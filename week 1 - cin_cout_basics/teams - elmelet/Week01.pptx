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52"/>
  </p:notesMasterIdLst>
  <p:sldIdLst>
    <p:sldId id="256" r:id="rId5"/>
    <p:sldId id="257" r:id="rId6"/>
    <p:sldId id="258" r:id="rId7"/>
    <p:sldId id="259" r:id="rId8"/>
    <p:sldId id="301" r:id="rId9"/>
    <p:sldId id="269" r:id="rId10"/>
    <p:sldId id="267" r:id="rId11"/>
    <p:sldId id="270" r:id="rId12"/>
    <p:sldId id="272" r:id="rId13"/>
    <p:sldId id="271" r:id="rId14"/>
    <p:sldId id="274" r:id="rId15"/>
    <p:sldId id="302" r:id="rId16"/>
    <p:sldId id="275" r:id="rId17"/>
    <p:sldId id="306" r:id="rId18"/>
    <p:sldId id="292" r:id="rId19"/>
    <p:sldId id="293" r:id="rId20"/>
    <p:sldId id="294" r:id="rId21"/>
    <p:sldId id="304" r:id="rId22"/>
    <p:sldId id="305" r:id="rId23"/>
    <p:sldId id="300" r:id="rId24"/>
    <p:sldId id="313" r:id="rId25"/>
    <p:sldId id="314" r:id="rId26"/>
    <p:sldId id="315" r:id="rId27"/>
    <p:sldId id="316" r:id="rId28"/>
    <p:sldId id="317" r:id="rId29"/>
    <p:sldId id="318" r:id="rId30"/>
    <p:sldId id="322" r:id="rId31"/>
    <p:sldId id="319" r:id="rId32"/>
    <p:sldId id="288" r:id="rId33"/>
    <p:sldId id="273" r:id="rId34"/>
    <p:sldId id="299" r:id="rId35"/>
    <p:sldId id="307" r:id="rId36"/>
    <p:sldId id="320" r:id="rId37"/>
    <p:sldId id="321" r:id="rId38"/>
    <p:sldId id="283" r:id="rId39"/>
    <p:sldId id="284" r:id="rId40"/>
    <p:sldId id="285" r:id="rId41"/>
    <p:sldId id="323" r:id="rId42"/>
    <p:sldId id="324" r:id="rId43"/>
    <p:sldId id="325" r:id="rId44"/>
    <p:sldId id="296" r:id="rId45"/>
    <p:sldId id="326" r:id="rId46"/>
    <p:sldId id="327" r:id="rId47"/>
    <p:sldId id="329" r:id="rId48"/>
    <p:sldId id="330" r:id="rId49"/>
    <p:sldId id="328" r:id="rId50"/>
    <p:sldId id="266" r:id="rId51"/>
  </p:sldIdLst>
  <p:sldSz cx="12192000" cy="6858000"/>
  <p:notesSz cx="6858000" cy="9144000"/>
  <p:embeddedFontLst>
    <p:embeddedFont>
      <p:font typeface="Cascadia Mono" panose="020B0609020000020004" pitchFamily="49" charset="0"/>
      <p:regular r:id="rId53"/>
      <p:bold r:id="rId54"/>
      <p:italic r:id="rId55"/>
      <p:boldItalic r:id="rId56"/>
    </p:embeddedFont>
    <p:embeddedFont>
      <p:font typeface="Century Gothic Paneuropean Thin" panose="020B0604020202020204" charset="0"/>
      <p:regular r:id="rId57"/>
      <p:italic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Franklin Gothic Book" panose="020B0503020102020204" pitchFamily="34" charset="0"/>
      <p:regular r:id="rId63"/>
      <p:italic r:id="rId64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0000FF"/>
    <a:srgbClr val="996633"/>
    <a:srgbClr val="248BBD"/>
    <a:srgbClr val="00B0F0"/>
    <a:srgbClr val="008000"/>
    <a:srgbClr val="F19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0ADA8-CC18-43EE-BB62-B1450CDE9334}" v="21" dt="2026-09-16T12:47:09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5" d="100"/>
          <a:sy n="75" d="100"/>
        </p:scale>
        <p:origin x="3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1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9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7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5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erémi Éva Krisztina" userId="6a311ac4-91b9-4624-baff-3169abccb4a7" providerId="ADAL" clId="{B013E436-0372-4A96-927B-CE650278F4A7}"/>
    <pc:docChg chg="undo custSel addSld delSld modSld sldOrd modMainMaster addSection delSection modSection">
      <pc:chgData name="Szerémi Éva Krisztina" userId="6a311ac4-91b9-4624-baff-3169abccb4a7" providerId="ADAL" clId="{B013E436-0372-4A96-927B-CE650278F4A7}" dt="2026-09-16T12:47:56.965" v="7138" actId="20577"/>
      <pc:docMkLst>
        <pc:docMk/>
      </pc:docMkLst>
      <pc:sldChg chg="modSp mod">
        <pc:chgData name="Szerémi Éva Krisztina" userId="6a311ac4-91b9-4624-baff-3169abccb4a7" providerId="ADAL" clId="{B013E436-0372-4A96-927B-CE650278F4A7}" dt="2026-09-09T07:32:32.944" v="1694" actId="20577"/>
        <pc:sldMkLst>
          <pc:docMk/>
          <pc:sldMk cId="216116130" sldId="256"/>
        </pc:sldMkLst>
        <pc:spChg chg="mod">
          <ac:chgData name="Szerémi Éva Krisztina" userId="6a311ac4-91b9-4624-baff-3169abccb4a7" providerId="ADAL" clId="{B013E436-0372-4A96-927B-CE650278F4A7}" dt="2026-08-31T07:40:12.947" v="18" actId="6549"/>
          <ac:spMkLst>
            <pc:docMk/>
            <pc:sldMk cId="216116130" sldId="256"/>
            <ac:spMk id="3" creationId="{501DDBFB-C0EA-ECD2-D315-78687DC5298E}"/>
          </ac:spMkLst>
        </pc:spChg>
        <pc:spChg chg="mod">
          <ac:chgData name="Szerémi Éva Krisztina" userId="6a311ac4-91b9-4624-baff-3169abccb4a7" providerId="ADAL" clId="{B013E436-0372-4A96-927B-CE650278F4A7}" dt="2026-09-09T07:32:32.944" v="1694" actId="20577"/>
          <ac:spMkLst>
            <pc:docMk/>
            <pc:sldMk cId="216116130" sldId="256"/>
            <ac:spMk id="6" creationId="{FC4F2B9C-2E41-6463-01A5-A6782CA54D7C}"/>
          </ac:spMkLst>
        </pc:spChg>
      </pc:sldChg>
      <pc:sldChg chg="delSp modSp mod">
        <pc:chgData name="Szerémi Éva Krisztina" userId="6a311ac4-91b9-4624-baff-3169abccb4a7" providerId="ADAL" clId="{B013E436-0372-4A96-927B-CE650278F4A7}" dt="2026-08-31T08:58:12.479" v="1073" actId="20577"/>
        <pc:sldMkLst>
          <pc:docMk/>
          <pc:sldMk cId="2905280329" sldId="257"/>
        </pc:sldMkLst>
        <pc:spChg chg="mod">
          <ac:chgData name="Szerémi Éva Krisztina" userId="6a311ac4-91b9-4624-baff-3169abccb4a7" providerId="ADAL" clId="{B013E436-0372-4A96-927B-CE650278F4A7}" dt="2026-08-31T08:12:41.309" v="361" actId="20577"/>
          <ac:spMkLst>
            <pc:docMk/>
            <pc:sldMk cId="2905280329" sldId="257"/>
            <ac:spMk id="4" creationId="{4736644B-7BBA-284A-B14A-CD8D16DCC192}"/>
          </ac:spMkLst>
        </pc:spChg>
        <pc:spChg chg="mod">
          <ac:chgData name="Szerémi Éva Krisztina" userId="6a311ac4-91b9-4624-baff-3169abccb4a7" providerId="ADAL" clId="{B013E436-0372-4A96-927B-CE650278F4A7}" dt="2026-08-31T08:58:12.479" v="1073" actId="20577"/>
          <ac:spMkLst>
            <pc:docMk/>
            <pc:sldMk cId="2905280329" sldId="257"/>
            <ac:spMk id="5" creationId="{2922E85F-2E9E-A574-11DF-D27FC0E0F000}"/>
          </ac:spMkLst>
        </pc:spChg>
      </pc:sldChg>
      <pc:sldChg chg="modSp mod">
        <pc:chgData name="Szerémi Éva Krisztina" userId="6a311ac4-91b9-4624-baff-3169abccb4a7" providerId="ADAL" clId="{B013E436-0372-4A96-927B-CE650278F4A7}" dt="2026-08-31T08:16:44.464" v="442" actId="20577"/>
        <pc:sldMkLst>
          <pc:docMk/>
          <pc:sldMk cId="2894617829" sldId="258"/>
        </pc:sldMkLst>
        <pc:spChg chg="mod">
          <ac:chgData name="Szerémi Éva Krisztina" userId="6a311ac4-91b9-4624-baff-3169abccb4a7" providerId="ADAL" clId="{B013E436-0372-4A96-927B-CE650278F4A7}" dt="2026-08-31T08:16:44.464" v="442" actId="20577"/>
          <ac:spMkLst>
            <pc:docMk/>
            <pc:sldMk cId="2894617829" sldId="258"/>
            <ac:spMk id="4" creationId="{F3291550-69EA-8BA5-1585-2ACC61267DE1}"/>
          </ac:spMkLst>
        </pc:spChg>
      </pc:sldChg>
      <pc:sldChg chg="addSp delSp modSp mod">
        <pc:chgData name="Szerémi Éva Krisztina" userId="6a311ac4-91b9-4624-baff-3169abccb4a7" providerId="ADAL" clId="{B013E436-0372-4A96-927B-CE650278F4A7}" dt="2026-09-03T06:36:48.037" v="1656" actId="115"/>
        <pc:sldMkLst>
          <pc:docMk/>
          <pc:sldMk cId="1430009449" sldId="259"/>
        </pc:sldMkLst>
        <pc:spChg chg="mod">
          <ac:chgData name="Szerémi Éva Krisztina" userId="6a311ac4-91b9-4624-baff-3169abccb4a7" providerId="ADAL" clId="{B013E436-0372-4A96-927B-CE650278F4A7}" dt="2026-08-31T08:07:22.884" v="211" actId="20577"/>
          <ac:spMkLst>
            <pc:docMk/>
            <pc:sldMk cId="1430009449" sldId="259"/>
            <ac:spMk id="4" creationId="{CFA4A275-4FAC-F163-058F-8C95FB4A6046}"/>
          </ac:spMkLst>
        </pc:spChg>
        <pc:spChg chg="mod">
          <ac:chgData name="Szerémi Éva Krisztina" userId="6a311ac4-91b9-4624-baff-3169abccb4a7" providerId="ADAL" clId="{B013E436-0372-4A96-927B-CE650278F4A7}" dt="2026-09-03T06:36:48.037" v="1656" actId="115"/>
          <ac:spMkLst>
            <pc:docMk/>
            <pc:sldMk cId="1430009449" sldId="259"/>
            <ac:spMk id="5" creationId="{57FF2223-5944-96E8-D760-C718CD98CA2E}"/>
          </ac:spMkLst>
        </pc:spChg>
        <pc:spChg chg="add mod">
          <ac:chgData name="Szerémi Éva Krisztina" userId="6a311ac4-91b9-4624-baff-3169abccb4a7" providerId="ADAL" clId="{B013E436-0372-4A96-927B-CE650278F4A7}" dt="2026-09-01T16:41:58.515" v="1624" actId="208"/>
          <ac:spMkLst>
            <pc:docMk/>
            <pc:sldMk cId="1430009449" sldId="259"/>
            <ac:spMk id="7" creationId="{01148A8B-5375-DDBD-99B3-951F56AC9C80}"/>
          </ac:spMkLst>
        </pc:spChg>
      </pc:sldChg>
      <pc:sldChg chg="addSp delSp modSp mod">
        <pc:chgData name="Szerémi Éva Krisztina" userId="6a311ac4-91b9-4624-baff-3169abccb4a7" providerId="ADAL" clId="{B013E436-0372-4A96-927B-CE650278F4A7}" dt="2026-08-31T07:52:56.640" v="38" actId="478"/>
        <pc:sldMkLst>
          <pc:docMk/>
          <pc:sldMk cId="3713269576" sldId="266"/>
        </pc:sldMkLst>
      </pc:sldChg>
      <pc:sldChg chg="addSp delSp modSp mod">
        <pc:chgData name="Szerémi Éva Krisztina" userId="6a311ac4-91b9-4624-baff-3169abccb4a7" providerId="ADAL" clId="{B013E436-0372-4A96-927B-CE650278F4A7}" dt="2026-08-31T08:16:00.771" v="424" actId="1076"/>
        <pc:sldMkLst>
          <pc:docMk/>
          <pc:sldMk cId="1864597146" sldId="267"/>
        </pc:sldMkLst>
        <pc:spChg chg="add mod">
          <ac:chgData name="Szerémi Éva Krisztina" userId="6a311ac4-91b9-4624-baff-3169abccb4a7" providerId="ADAL" clId="{B013E436-0372-4A96-927B-CE650278F4A7}" dt="2026-08-31T08:16:00.771" v="424" actId="1076"/>
          <ac:spMkLst>
            <pc:docMk/>
            <pc:sldMk cId="1864597146" sldId="267"/>
            <ac:spMk id="2" creationId="{DDCD8C63-9CD8-3FD0-1752-93C5E13A26CB}"/>
          </ac:spMkLst>
        </pc:spChg>
        <pc:spChg chg="mod">
          <ac:chgData name="Szerémi Éva Krisztina" userId="6a311ac4-91b9-4624-baff-3169abccb4a7" providerId="ADAL" clId="{B013E436-0372-4A96-927B-CE650278F4A7}" dt="2026-08-31T08:15:50.470" v="420" actId="20577"/>
          <ac:spMkLst>
            <pc:docMk/>
            <pc:sldMk cId="1864597146" sldId="267"/>
            <ac:spMk id="4" creationId="{1371D0BA-83DA-F1D8-A43C-D8AB23497229}"/>
          </ac:spMkLst>
        </pc:spChg>
      </pc:sldChg>
      <pc:sldChg chg="delSp modSp mod ord">
        <pc:chgData name="Szerémi Éva Krisztina" userId="6a311ac4-91b9-4624-baff-3169abccb4a7" providerId="ADAL" clId="{B013E436-0372-4A96-927B-CE650278F4A7}" dt="2026-08-31T08:23:21.817" v="561" actId="1076"/>
        <pc:sldMkLst>
          <pc:docMk/>
          <pc:sldMk cId="2436832560" sldId="269"/>
        </pc:sldMkLst>
        <pc:spChg chg="mod">
          <ac:chgData name="Szerémi Éva Krisztina" userId="6a311ac4-91b9-4624-baff-3169abccb4a7" providerId="ADAL" clId="{B013E436-0372-4A96-927B-CE650278F4A7}" dt="2026-08-31T08:16:57.187" v="450" actId="20577"/>
          <ac:spMkLst>
            <pc:docMk/>
            <pc:sldMk cId="2436832560" sldId="269"/>
            <ac:spMk id="4" creationId="{F347F7B8-2655-E9CD-9970-D0191BD664BD}"/>
          </ac:spMkLst>
        </pc:spChg>
        <pc:spChg chg="mod">
          <ac:chgData name="Szerémi Éva Krisztina" userId="6a311ac4-91b9-4624-baff-3169abccb4a7" providerId="ADAL" clId="{B013E436-0372-4A96-927B-CE650278F4A7}" dt="2026-08-31T08:23:21.817" v="561" actId="1076"/>
          <ac:spMkLst>
            <pc:docMk/>
            <pc:sldMk cId="2436832560" sldId="269"/>
            <ac:spMk id="5" creationId="{086DD975-8D63-DDCE-3487-3008FC7F663A}"/>
          </ac:spMkLst>
        </pc:spChg>
      </pc:sldChg>
      <pc:sldChg chg="delSp modSp mod ord">
        <pc:chgData name="Szerémi Éva Krisztina" userId="6a311ac4-91b9-4624-baff-3169abccb4a7" providerId="ADAL" clId="{B013E436-0372-4A96-927B-CE650278F4A7}" dt="2026-09-09T07:34:17.478" v="1716" actId="1035"/>
        <pc:sldMkLst>
          <pc:docMk/>
          <pc:sldMk cId="1374330031" sldId="270"/>
        </pc:sldMkLst>
        <pc:spChg chg="mod">
          <ac:chgData name="Szerémi Éva Krisztina" userId="6a311ac4-91b9-4624-baff-3169abccb4a7" providerId="ADAL" clId="{B013E436-0372-4A96-927B-CE650278F4A7}" dt="2026-09-09T07:00:13.228" v="1669" actId="20577"/>
          <ac:spMkLst>
            <pc:docMk/>
            <pc:sldMk cId="1374330031" sldId="270"/>
            <ac:spMk id="4" creationId="{F519EFDB-4868-7761-30A6-4E0D0E1C4851}"/>
          </ac:spMkLst>
        </pc:spChg>
        <pc:spChg chg="mod">
          <ac:chgData name="Szerémi Éva Krisztina" userId="6a311ac4-91b9-4624-baff-3169abccb4a7" providerId="ADAL" clId="{B013E436-0372-4A96-927B-CE650278F4A7}" dt="2026-09-09T07:34:17.478" v="1716" actId="1035"/>
          <ac:spMkLst>
            <pc:docMk/>
            <pc:sldMk cId="1374330031" sldId="270"/>
            <ac:spMk id="5" creationId="{A9A16D94-C2C6-7505-EAAD-4AFADCE82ED5}"/>
          </ac:spMkLst>
        </pc:spChg>
      </pc:sldChg>
      <pc:sldChg chg="addSp delSp modSp mod">
        <pc:chgData name="Szerémi Éva Krisztina" userId="6a311ac4-91b9-4624-baff-3169abccb4a7" providerId="ADAL" clId="{B013E436-0372-4A96-927B-CE650278F4A7}" dt="2026-09-10T20:58:42.676" v="6011" actId="1076"/>
        <pc:sldMkLst>
          <pc:docMk/>
          <pc:sldMk cId="2849119177" sldId="271"/>
        </pc:sldMkLst>
        <pc:spChg chg="mod">
          <ac:chgData name="Szerémi Éva Krisztina" userId="6a311ac4-91b9-4624-baff-3169abccb4a7" providerId="ADAL" clId="{B013E436-0372-4A96-927B-CE650278F4A7}" dt="2026-08-31T08:33:27.100" v="789" actId="20577"/>
          <ac:spMkLst>
            <pc:docMk/>
            <pc:sldMk cId="2849119177" sldId="271"/>
            <ac:spMk id="4" creationId="{231D4460-F083-2A57-405C-A98583829205}"/>
          </ac:spMkLst>
        </pc:spChg>
        <pc:spChg chg="mod">
          <ac:chgData name="Szerémi Éva Krisztina" userId="6a311ac4-91b9-4624-baff-3169abccb4a7" providerId="ADAL" clId="{B013E436-0372-4A96-927B-CE650278F4A7}" dt="2026-09-10T15:33:05.385" v="4518" actId="1076"/>
          <ac:spMkLst>
            <pc:docMk/>
            <pc:sldMk cId="2849119177" sldId="271"/>
            <ac:spMk id="5" creationId="{82A88B42-5B20-A8B2-0CBF-8EF94F0208FA}"/>
          </ac:spMkLst>
        </pc:spChg>
        <pc:picChg chg="add mod">
          <ac:chgData name="Szerémi Éva Krisztina" userId="6a311ac4-91b9-4624-baff-3169abccb4a7" providerId="ADAL" clId="{B013E436-0372-4A96-927B-CE650278F4A7}" dt="2026-09-10T20:58:42.676" v="6011" actId="1076"/>
          <ac:picMkLst>
            <pc:docMk/>
            <pc:sldMk cId="2849119177" sldId="271"/>
            <ac:picMk id="2" creationId="{F50D33B0-33A8-9551-C26A-586C15917EC3}"/>
          </ac:picMkLst>
        </pc:picChg>
      </pc:sldChg>
      <pc:sldChg chg="modSp mod ord">
        <pc:chgData name="Szerémi Éva Krisztina" userId="6a311ac4-91b9-4624-baff-3169abccb4a7" providerId="ADAL" clId="{B013E436-0372-4A96-927B-CE650278F4A7}" dt="2026-08-31T08:24:43.179" v="594" actId="20577"/>
        <pc:sldMkLst>
          <pc:docMk/>
          <pc:sldMk cId="395737956" sldId="272"/>
        </pc:sldMkLst>
        <pc:spChg chg="mod">
          <ac:chgData name="Szerémi Éva Krisztina" userId="6a311ac4-91b9-4624-baff-3169abccb4a7" providerId="ADAL" clId="{B013E436-0372-4A96-927B-CE650278F4A7}" dt="2026-08-31T08:24:43.179" v="594" actId="20577"/>
          <ac:spMkLst>
            <pc:docMk/>
            <pc:sldMk cId="395737956" sldId="272"/>
            <ac:spMk id="4" creationId="{47019973-DDC6-97B2-6724-E03894499BCB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0T21:13:36.385" v="6208" actId="6549"/>
        <pc:sldMkLst>
          <pc:docMk/>
          <pc:sldMk cId="2420728862" sldId="273"/>
        </pc:sldMkLst>
        <pc:spChg chg="mod">
          <ac:chgData name="Szerémi Éva Krisztina" userId="6a311ac4-91b9-4624-baff-3169abccb4a7" providerId="ADAL" clId="{B013E436-0372-4A96-927B-CE650278F4A7}" dt="2026-09-10T21:13:36.385" v="6208" actId="6549"/>
          <ac:spMkLst>
            <pc:docMk/>
            <pc:sldMk cId="2420728862" sldId="273"/>
            <ac:spMk id="2" creationId="{76E8E33C-9D01-9BC6-A16F-CB179A202EBE}"/>
          </ac:spMkLst>
        </pc:spChg>
        <pc:spChg chg="ord">
          <ac:chgData name="Szerémi Éva Krisztina" userId="6a311ac4-91b9-4624-baff-3169abccb4a7" providerId="ADAL" clId="{B013E436-0372-4A96-927B-CE650278F4A7}" dt="2026-09-10T20:57:08.078" v="6004" actId="170"/>
          <ac:spMkLst>
            <pc:docMk/>
            <pc:sldMk cId="2420728862" sldId="273"/>
            <ac:spMk id="10" creationId="{BB5DF0BB-890A-3AAA-60BC-00D649BFB226}"/>
          </ac:spMkLst>
        </pc:spChg>
      </pc:sldChg>
      <pc:sldChg chg="delSp modSp mod">
        <pc:chgData name="Szerémi Éva Krisztina" userId="6a311ac4-91b9-4624-baff-3169abccb4a7" providerId="ADAL" clId="{B013E436-0372-4A96-927B-CE650278F4A7}" dt="2026-09-09T07:34:39.312" v="1719" actId="6549"/>
        <pc:sldMkLst>
          <pc:docMk/>
          <pc:sldMk cId="1408651880" sldId="274"/>
        </pc:sldMkLst>
        <pc:spChg chg="mod">
          <ac:chgData name="Szerémi Éva Krisztina" userId="6a311ac4-91b9-4624-baff-3169abccb4a7" providerId="ADAL" clId="{B013E436-0372-4A96-927B-CE650278F4A7}" dt="2026-09-09T07:31:30.873" v="1683" actId="20577"/>
          <ac:spMkLst>
            <pc:docMk/>
            <pc:sldMk cId="1408651880" sldId="274"/>
            <ac:spMk id="4" creationId="{40063F71-2909-7E8B-0CAC-FC8A7E3DEB02}"/>
          </ac:spMkLst>
        </pc:spChg>
        <pc:spChg chg="mod">
          <ac:chgData name="Szerémi Éva Krisztina" userId="6a311ac4-91b9-4624-baff-3169abccb4a7" providerId="ADAL" clId="{B013E436-0372-4A96-927B-CE650278F4A7}" dt="2026-09-09T07:34:39.312" v="1719" actId="6549"/>
          <ac:spMkLst>
            <pc:docMk/>
            <pc:sldMk cId="1408651880" sldId="274"/>
            <ac:spMk id="5" creationId="{F444CE56-69CB-1ED9-691B-2AF56AB0050C}"/>
          </ac:spMkLst>
        </pc:spChg>
      </pc:sldChg>
      <pc:sldChg chg="addSp delSp modSp mod">
        <pc:chgData name="Szerémi Éva Krisztina" userId="6a311ac4-91b9-4624-baff-3169abccb4a7" providerId="ADAL" clId="{B013E436-0372-4A96-927B-CE650278F4A7}" dt="2026-09-09T08:30:25.937" v="2242" actId="20577"/>
        <pc:sldMkLst>
          <pc:docMk/>
          <pc:sldMk cId="2942641959" sldId="275"/>
        </pc:sldMkLst>
        <pc:spChg chg="mod">
          <ac:chgData name="Szerémi Éva Krisztina" userId="6a311ac4-91b9-4624-baff-3169abccb4a7" providerId="ADAL" clId="{B013E436-0372-4A96-927B-CE650278F4A7}" dt="2026-09-09T08:29:55.879" v="2209" actId="1076"/>
          <ac:spMkLst>
            <pc:docMk/>
            <pc:sldMk cId="2942641959" sldId="275"/>
            <ac:spMk id="4" creationId="{D51B2B8D-EB39-D4A6-31FA-CB23357149D4}"/>
          </ac:spMkLst>
        </pc:spChg>
        <pc:spChg chg="mod">
          <ac:chgData name="Szerémi Éva Krisztina" userId="6a311ac4-91b9-4624-baff-3169abccb4a7" providerId="ADAL" clId="{B013E436-0372-4A96-927B-CE650278F4A7}" dt="2026-09-09T08:30:25.937" v="2242" actId="20577"/>
          <ac:spMkLst>
            <pc:docMk/>
            <pc:sldMk cId="2942641959" sldId="275"/>
            <ac:spMk id="5" creationId="{DD68EA84-9B59-FD9F-B9D8-000539917439}"/>
          </ac:spMkLst>
        </pc:spChg>
        <pc:picChg chg="add mod">
          <ac:chgData name="Szerémi Éva Krisztina" userId="6a311ac4-91b9-4624-baff-3169abccb4a7" providerId="ADAL" clId="{B013E436-0372-4A96-927B-CE650278F4A7}" dt="2026-09-09T08:30:21.709" v="2240" actId="1036"/>
          <ac:picMkLst>
            <pc:docMk/>
            <pc:sldMk cId="2942641959" sldId="275"/>
            <ac:picMk id="2" creationId="{4E6DC5CE-ACCD-0B14-3E82-633809ABF537}"/>
          </ac:picMkLst>
        </pc:picChg>
      </pc:sldChg>
      <pc:sldChg chg="modSp mod">
        <pc:chgData name="Szerémi Éva Krisztina" userId="6a311ac4-91b9-4624-baff-3169abccb4a7" providerId="ADAL" clId="{B013E436-0372-4A96-927B-CE650278F4A7}" dt="2026-09-10T15:09:48.255" v="4190" actId="5793"/>
        <pc:sldMkLst>
          <pc:docMk/>
          <pc:sldMk cId="934832958" sldId="283"/>
        </pc:sldMkLst>
        <pc:spChg chg="mod">
          <ac:chgData name="Szerémi Éva Krisztina" userId="6a311ac4-91b9-4624-baff-3169abccb4a7" providerId="ADAL" clId="{B013E436-0372-4A96-927B-CE650278F4A7}" dt="2026-09-10T15:09:48.255" v="4190" actId="5793"/>
          <ac:spMkLst>
            <pc:docMk/>
            <pc:sldMk cId="934832958" sldId="283"/>
            <ac:spMk id="4" creationId="{9095303C-CDDA-CB31-0D2C-C3E29D3EFCA3}"/>
          </ac:spMkLst>
        </pc:spChg>
        <pc:spChg chg="mod">
          <ac:chgData name="Szerémi Éva Krisztina" userId="6a311ac4-91b9-4624-baff-3169abccb4a7" providerId="ADAL" clId="{B013E436-0372-4A96-927B-CE650278F4A7}" dt="2026-08-31T08:58:46.546" v="1086" actId="20577"/>
          <ac:spMkLst>
            <pc:docMk/>
            <pc:sldMk cId="934832958" sldId="283"/>
            <ac:spMk id="5" creationId="{8FB89885-38E5-6AB4-B27E-254FBB9247FF}"/>
          </ac:spMkLst>
        </pc:spChg>
      </pc:sldChg>
      <pc:sldChg chg="delSp modSp mod">
        <pc:chgData name="Szerémi Éva Krisztina" userId="6a311ac4-91b9-4624-baff-3169abccb4a7" providerId="ADAL" clId="{B013E436-0372-4A96-927B-CE650278F4A7}" dt="2026-09-10T15:54:53.324" v="4927"/>
        <pc:sldMkLst>
          <pc:docMk/>
          <pc:sldMk cId="1168780044" sldId="284"/>
        </pc:sldMkLst>
        <pc:spChg chg="mod">
          <ac:chgData name="Szerémi Éva Krisztina" userId="6a311ac4-91b9-4624-baff-3169abccb4a7" providerId="ADAL" clId="{B013E436-0372-4A96-927B-CE650278F4A7}" dt="2026-09-10T15:14:54.257" v="4286" actId="1076"/>
          <ac:spMkLst>
            <pc:docMk/>
            <pc:sldMk cId="1168780044" sldId="284"/>
            <ac:spMk id="4" creationId="{49D1A913-5702-68D6-9F67-1D41455C0E24}"/>
          </ac:spMkLst>
        </pc:spChg>
        <pc:spChg chg="mod">
          <ac:chgData name="Szerémi Éva Krisztina" userId="6a311ac4-91b9-4624-baff-3169abccb4a7" providerId="ADAL" clId="{B013E436-0372-4A96-927B-CE650278F4A7}" dt="2026-09-10T15:54:53.324" v="4927"/>
          <ac:spMkLst>
            <pc:docMk/>
            <pc:sldMk cId="1168780044" sldId="284"/>
            <ac:spMk id="5" creationId="{DE1312DD-8B29-359F-E8AB-A7DE83374CE1}"/>
          </ac:spMkLst>
        </pc:spChg>
        <pc:spChg chg="ord">
          <ac:chgData name="Szerémi Éva Krisztina" userId="6a311ac4-91b9-4624-baff-3169abccb4a7" providerId="ADAL" clId="{B013E436-0372-4A96-927B-CE650278F4A7}" dt="2026-09-10T15:31:19.790" v="4508" actId="171"/>
          <ac:spMkLst>
            <pc:docMk/>
            <pc:sldMk cId="1168780044" sldId="284"/>
            <ac:spMk id="10" creationId="{328B12B7-E206-8848-1CEC-43C5ECAA453A}"/>
          </ac:spMkLst>
        </pc:spChg>
      </pc:sldChg>
      <pc:sldChg chg="delSp modSp mod">
        <pc:chgData name="Szerémi Éva Krisztina" userId="6a311ac4-91b9-4624-baff-3169abccb4a7" providerId="ADAL" clId="{B013E436-0372-4A96-927B-CE650278F4A7}" dt="2026-09-10T21:14:45.648" v="6221" actId="1036"/>
        <pc:sldMkLst>
          <pc:docMk/>
          <pc:sldMk cId="2372754772" sldId="285"/>
        </pc:sldMkLst>
        <pc:spChg chg="mod">
          <ac:chgData name="Szerémi Éva Krisztina" userId="6a311ac4-91b9-4624-baff-3169abccb4a7" providerId="ADAL" clId="{B013E436-0372-4A96-927B-CE650278F4A7}" dt="2026-09-10T19:32:36.536" v="4990" actId="1076"/>
          <ac:spMkLst>
            <pc:docMk/>
            <pc:sldMk cId="2372754772" sldId="285"/>
            <ac:spMk id="4" creationId="{04CE6011-2AFF-1138-C605-128D0974D207}"/>
          </ac:spMkLst>
        </pc:spChg>
        <pc:spChg chg="mod">
          <ac:chgData name="Szerémi Éva Krisztina" userId="6a311ac4-91b9-4624-baff-3169abccb4a7" providerId="ADAL" clId="{B013E436-0372-4A96-927B-CE650278F4A7}" dt="2026-09-10T21:14:45.648" v="6221" actId="1036"/>
          <ac:spMkLst>
            <pc:docMk/>
            <pc:sldMk cId="2372754772" sldId="285"/>
            <ac:spMk id="5" creationId="{75F5BBDA-DD56-5D8F-C5B5-E07279F722C6}"/>
          </ac:spMkLst>
        </pc:spChg>
      </pc:sldChg>
      <pc:sldChg chg="add">
        <pc:chgData name="Szerémi Éva Krisztina" userId="6a311ac4-91b9-4624-baff-3169abccb4a7" providerId="ADAL" clId="{B013E436-0372-4A96-927B-CE650278F4A7}" dt="2026-09-10T14:18:16.533" v="3746"/>
        <pc:sldMkLst>
          <pc:docMk/>
          <pc:sldMk cId="2220600567" sldId="288"/>
        </pc:sldMkLst>
      </pc:sldChg>
      <pc:sldChg chg="modSp mod">
        <pc:chgData name="Szerémi Éva Krisztina" userId="6a311ac4-91b9-4624-baff-3169abccb4a7" providerId="ADAL" clId="{B013E436-0372-4A96-927B-CE650278F4A7}" dt="2026-09-09T07:54:40.008" v="1798" actId="20577"/>
        <pc:sldMkLst>
          <pc:docMk/>
          <pc:sldMk cId="1839419191" sldId="292"/>
        </pc:sldMkLst>
        <pc:spChg chg="mod">
          <ac:chgData name="Szerémi Éva Krisztina" userId="6a311ac4-91b9-4624-baff-3169abccb4a7" providerId="ADAL" clId="{B013E436-0372-4A96-927B-CE650278F4A7}" dt="2026-09-09T07:54:40.008" v="1798" actId="20577"/>
          <ac:spMkLst>
            <pc:docMk/>
            <pc:sldMk cId="1839419191" sldId="292"/>
            <ac:spMk id="4" creationId="{4C5908C6-31C8-FA92-652D-40FC66CAE7FC}"/>
          </ac:spMkLst>
        </pc:spChg>
      </pc:sldChg>
      <pc:sldChg chg="delSp modSp mod">
        <pc:chgData name="Szerémi Éva Krisztina" userId="6a311ac4-91b9-4624-baff-3169abccb4a7" providerId="ADAL" clId="{B013E436-0372-4A96-927B-CE650278F4A7}" dt="2026-09-10T21:00:01.441" v="6027" actId="1035"/>
        <pc:sldMkLst>
          <pc:docMk/>
          <pc:sldMk cId="2744049786" sldId="293"/>
        </pc:sldMkLst>
        <pc:spChg chg="mod">
          <ac:chgData name="Szerémi Éva Krisztina" userId="6a311ac4-91b9-4624-baff-3169abccb4a7" providerId="ADAL" clId="{B013E436-0372-4A96-927B-CE650278F4A7}" dt="2026-09-10T21:00:01.441" v="6027" actId="1035"/>
          <ac:spMkLst>
            <pc:docMk/>
            <pc:sldMk cId="2744049786" sldId="293"/>
            <ac:spMk id="4" creationId="{CF342EF3-C686-7C84-3D48-8BDC64FBA9A1}"/>
          </ac:spMkLst>
        </pc:spChg>
        <pc:spChg chg="mod ord">
          <ac:chgData name="Szerémi Éva Krisztina" userId="6a311ac4-91b9-4624-baff-3169abccb4a7" providerId="ADAL" clId="{B013E436-0372-4A96-927B-CE650278F4A7}" dt="2026-09-10T20:59:50.165" v="6015" actId="27636"/>
          <ac:spMkLst>
            <pc:docMk/>
            <pc:sldMk cId="2744049786" sldId="293"/>
            <ac:spMk id="5" creationId="{FB3113EC-5A32-E438-36F5-D533F404C8F0}"/>
          </ac:spMkLst>
        </pc:spChg>
      </pc:sldChg>
      <pc:sldChg chg="addSp delSp modSp mod modNotesTx">
        <pc:chgData name="Szerémi Éva Krisztina" userId="6a311ac4-91b9-4624-baff-3169abccb4a7" providerId="ADAL" clId="{B013E436-0372-4A96-927B-CE650278F4A7}" dt="2026-09-10T21:00:15.161" v="6030" actId="1076"/>
        <pc:sldMkLst>
          <pc:docMk/>
          <pc:sldMk cId="1347001654" sldId="294"/>
        </pc:sldMkLst>
        <pc:spChg chg="mod">
          <ac:chgData name="Szerémi Éva Krisztina" userId="6a311ac4-91b9-4624-baff-3169abccb4a7" providerId="ADAL" clId="{B013E436-0372-4A96-927B-CE650278F4A7}" dt="2026-09-10T21:00:11.129" v="6029" actId="1076"/>
          <ac:spMkLst>
            <pc:docMk/>
            <pc:sldMk cId="1347001654" sldId="294"/>
            <ac:spMk id="4" creationId="{CD280286-837D-6E3E-E950-D5E8FE3F25C2}"/>
          </ac:spMkLst>
        </pc:spChg>
        <pc:spChg chg="add mod">
          <ac:chgData name="Szerémi Éva Krisztina" userId="6a311ac4-91b9-4624-baff-3169abccb4a7" providerId="ADAL" clId="{B013E436-0372-4A96-927B-CE650278F4A7}" dt="2026-09-10T21:00:15.161" v="6030" actId="1076"/>
          <ac:spMkLst>
            <pc:docMk/>
            <pc:sldMk cId="1347001654" sldId="294"/>
            <ac:spMk id="8" creationId="{A2D58B7C-72D9-1A5B-E520-C7BF365ED458}"/>
          </ac:spMkLst>
        </pc:spChg>
      </pc:sldChg>
      <pc:sldChg chg="modSp mod">
        <pc:chgData name="Szerémi Éva Krisztina" userId="6a311ac4-91b9-4624-baff-3169abccb4a7" providerId="ADAL" clId="{B013E436-0372-4A96-927B-CE650278F4A7}" dt="2026-09-10T19:24:49.481" v="4965" actId="20577"/>
        <pc:sldMkLst>
          <pc:docMk/>
          <pc:sldMk cId="468146338" sldId="296"/>
        </pc:sldMkLst>
        <pc:spChg chg="mod">
          <ac:chgData name="Szerémi Éva Krisztina" userId="6a311ac4-91b9-4624-baff-3169abccb4a7" providerId="ADAL" clId="{B013E436-0372-4A96-927B-CE650278F4A7}" dt="2026-08-31T08:32:12.815" v="759" actId="20577"/>
          <ac:spMkLst>
            <pc:docMk/>
            <pc:sldMk cId="468146338" sldId="296"/>
            <ac:spMk id="4" creationId="{BAD2E855-4953-88DC-7375-AD5545205823}"/>
          </ac:spMkLst>
        </pc:spChg>
        <pc:spChg chg="mod">
          <ac:chgData name="Szerémi Éva Krisztina" userId="6a311ac4-91b9-4624-baff-3169abccb4a7" providerId="ADAL" clId="{B013E436-0372-4A96-927B-CE650278F4A7}" dt="2026-09-10T19:24:49.481" v="4965" actId="20577"/>
          <ac:spMkLst>
            <pc:docMk/>
            <pc:sldMk cId="468146338" sldId="296"/>
            <ac:spMk id="5" creationId="{CB488EE3-8D11-A3FC-B0D7-942125287BCC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6T12:44:22.358" v="7083" actId="12"/>
        <pc:sldMkLst>
          <pc:docMk/>
          <pc:sldMk cId="1755124787" sldId="299"/>
        </pc:sldMkLst>
        <pc:spChg chg="mod">
          <ac:chgData name="Szerémi Éva Krisztina" userId="6a311ac4-91b9-4624-baff-3169abccb4a7" providerId="ADAL" clId="{B013E436-0372-4A96-927B-CE650278F4A7}" dt="2026-09-16T12:44:22.358" v="7083" actId="12"/>
          <ac:spMkLst>
            <pc:docMk/>
            <pc:sldMk cId="1755124787" sldId="299"/>
            <ac:spMk id="2" creationId="{96CA28FD-D1E9-3FD6-1E46-4927D5061F2D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0T14:17:56.540" v="3742" actId="20577"/>
        <pc:sldMkLst>
          <pc:docMk/>
          <pc:sldMk cId="4013093667" sldId="300"/>
        </pc:sldMkLst>
        <pc:spChg chg="mod">
          <ac:chgData name="Szerémi Éva Krisztina" userId="6a311ac4-91b9-4624-baff-3169abccb4a7" providerId="ADAL" clId="{B013E436-0372-4A96-927B-CE650278F4A7}" dt="2026-09-10T13:56:54.247" v="3366" actId="5793"/>
          <ac:spMkLst>
            <pc:docMk/>
            <pc:sldMk cId="4013093667" sldId="300"/>
            <ac:spMk id="4" creationId="{489FA5C0-BD79-062C-E4BF-12F26E0ED707}"/>
          </ac:spMkLst>
        </pc:spChg>
        <pc:spChg chg="mod">
          <ac:chgData name="Szerémi Éva Krisztina" userId="6a311ac4-91b9-4624-baff-3169abccb4a7" providerId="ADAL" clId="{B013E436-0372-4A96-927B-CE650278F4A7}" dt="2026-09-10T14:17:56.540" v="3742" actId="20577"/>
          <ac:spMkLst>
            <pc:docMk/>
            <pc:sldMk cId="4013093667" sldId="300"/>
            <ac:spMk id="5" creationId="{62488A9F-3A79-8DB3-50B5-0E8B72C29E10}"/>
          </ac:spMkLst>
        </pc:spChg>
      </pc:sldChg>
      <pc:sldChg chg="delSp modSp add mod">
        <pc:chgData name="Szerémi Éva Krisztina" userId="6a311ac4-91b9-4624-baff-3169abccb4a7" providerId="ADAL" clId="{B013E436-0372-4A96-927B-CE650278F4A7}" dt="2026-09-10T20:57:58.871" v="6008" actId="208"/>
        <pc:sldMkLst>
          <pc:docMk/>
          <pc:sldMk cId="735783541" sldId="301"/>
        </pc:sldMkLst>
        <pc:spChg chg="mod">
          <ac:chgData name="Szerémi Éva Krisztina" userId="6a311ac4-91b9-4624-baff-3169abccb4a7" providerId="ADAL" clId="{B013E436-0372-4A96-927B-CE650278F4A7}" dt="2026-09-01T16:33:56.269" v="1447" actId="20577"/>
          <ac:spMkLst>
            <pc:docMk/>
            <pc:sldMk cId="735783541" sldId="301"/>
            <ac:spMk id="4" creationId="{2AA07965-3DB2-27DE-B9AE-7114F042CF75}"/>
          </ac:spMkLst>
        </pc:spChg>
        <pc:spChg chg="mod">
          <ac:chgData name="Szerémi Éva Krisztina" userId="6a311ac4-91b9-4624-baff-3169abccb4a7" providerId="ADAL" clId="{B013E436-0372-4A96-927B-CE650278F4A7}" dt="2026-09-01T16:38:34.768" v="1600" actId="20577"/>
          <ac:spMkLst>
            <pc:docMk/>
            <pc:sldMk cId="735783541" sldId="301"/>
            <ac:spMk id="5" creationId="{0A8E9899-E4EB-EC4A-EB71-FADE9AECDB19}"/>
          </ac:spMkLst>
        </pc:spChg>
        <pc:spChg chg="mod">
          <ac:chgData name="Szerémi Éva Krisztina" userId="6a311ac4-91b9-4624-baff-3169abccb4a7" providerId="ADAL" clId="{B013E436-0372-4A96-927B-CE650278F4A7}" dt="2026-09-10T20:57:58.871" v="6008" actId="208"/>
          <ac:spMkLst>
            <pc:docMk/>
            <pc:sldMk cId="735783541" sldId="301"/>
            <ac:spMk id="10" creationId="{C871183F-43FA-DA65-1D9A-EDE1DF53C5D2}"/>
          </ac:spMkLst>
        </pc:spChg>
      </pc:sldChg>
      <pc:sldChg chg="addSp modSp add mod">
        <pc:chgData name="Szerémi Éva Krisztina" userId="6a311ac4-91b9-4624-baff-3169abccb4a7" providerId="ADAL" clId="{B013E436-0372-4A96-927B-CE650278F4A7}" dt="2026-09-09T08:24:45.602" v="2158" actId="14100"/>
        <pc:sldMkLst>
          <pc:docMk/>
          <pc:sldMk cId="899990704" sldId="302"/>
        </pc:sldMkLst>
        <pc:spChg chg="mod">
          <ac:chgData name="Szerémi Éva Krisztina" userId="6a311ac4-91b9-4624-baff-3169abccb4a7" providerId="ADAL" clId="{B013E436-0372-4A96-927B-CE650278F4A7}" dt="2026-09-09T08:24:37.905" v="2156" actId="1076"/>
          <ac:spMkLst>
            <pc:docMk/>
            <pc:sldMk cId="899990704" sldId="302"/>
            <ac:spMk id="4" creationId="{04C05162-7D79-0541-2A88-9480269176DF}"/>
          </ac:spMkLst>
        </pc:spChg>
        <pc:spChg chg="mod">
          <ac:chgData name="Szerémi Éva Krisztina" userId="6a311ac4-91b9-4624-baff-3169abccb4a7" providerId="ADAL" clId="{B013E436-0372-4A96-927B-CE650278F4A7}" dt="2026-09-09T08:24:40.703" v="2157" actId="14100"/>
          <ac:spMkLst>
            <pc:docMk/>
            <pc:sldMk cId="899990704" sldId="302"/>
            <ac:spMk id="5" creationId="{FFF9A077-E598-F768-AA2E-E58AC6C763F9}"/>
          </ac:spMkLst>
        </pc:spChg>
        <pc:picChg chg="add mod">
          <ac:chgData name="Szerémi Éva Krisztina" userId="6a311ac4-91b9-4624-baff-3169abccb4a7" providerId="ADAL" clId="{B013E436-0372-4A96-927B-CE650278F4A7}" dt="2026-09-09T08:24:45.602" v="2158" actId="14100"/>
          <ac:picMkLst>
            <pc:docMk/>
            <pc:sldMk cId="899990704" sldId="302"/>
            <ac:picMk id="6" creationId="{A8998DD3-FC3B-ED76-BC2A-751398A9C9E6}"/>
          </ac:picMkLst>
        </pc:picChg>
      </pc:sldChg>
      <pc:sldChg chg="modSp add mod">
        <pc:chgData name="Szerémi Éva Krisztina" userId="6a311ac4-91b9-4624-baff-3169abccb4a7" providerId="ADAL" clId="{B013E436-0372-4A96-927B-CE650278F4A7}" dt="2026-09-16T12:39:15.953" v="7047" actId="20577"/>
        <pc:sldMkLst>
          <pc:docMk/>
          <pc:sldMk cId="1538238411" sldId="304"/>
        </pc:sldMkLst>
        <pc:spChg chg="mod">
          <ac:chgData name="Szerémi Éva Krisztina" userId="6a311ac4-91b9-4624-baff-3169abccb4a7" providerId="ADAL" clId="{B013E436-0372-4A96-927B-CE650278F4A7}" dt="2026-09-09T08:27:55.480" v="2198" actId="20577"/>
          <ac:spMkLst>
            <pc:docMk/>
            <pc:sldMk cId="1538238411" sldId="304"/>
            <ac:spMk id="4" creationId="{8F839D53-5F10-453B-D5FD-E67F82200A6A}"/>
          </ac:spMkLst>
        </pc:spChg>
        <pc:spChg chg="mod">
          <ac:chgData name="Szerémi Éva Krisztina" userId="6a311ac4-91b9-4624-baff-3169abccb4a7" providerId="ADAL" clId="{B013E436-0372-4A96-927B-CE650278F4A7}" dt="2026-09-16T12:39:15.953" v="7047" actId="20577"/>
          <ac:spMkLst>
            <pc:docMk/>
            <pc:sldMk cId="1538238411" sldId="304"/>
            <ac:spMk id="5" creationId="{B1568359-8040-0865-5CA6-08DA379F0F9B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6T12:39:30.717" v="7063" actId="20577"/>
        <pc:sldMkLst>
          <pc:docMk/>
          <pc:sldMk cId="626190295" sldId="305"/>
        </pc:sldMkLst>
        <pc:spChg chg="mod">
          <ac:chgData name="Szerémi Éva Krisztina" userId="6a311ac4-91b9-4624-baff-3169abccb4a7" providerId="ADAL" clId="{B013E436-0372-4A96-927B-CE650278F4A7}" dt="2026-09-09T08:31:36.543" v="2254" actId="20577"/>
          <ac:spMkLst>
            <pc:docMk/>
            <pc:sldMk cId="626190295" sldId="305"/>
            <ac:spMk id="4" creationId="{B9E4CDB9-C708-BE3E-513E-6AD6DB4B8A21}"/>
          </ac:spMkLst>
        </pc:spChg>
        <pc:spChg chg="mod">
          <ac:chgData name="Szerémi Éva Krisztina" userId="6a311ac4-91b9-4624-baff-3169abccb4a7" providerId="ADAL" clId="{B013E436-0372-4A96-927B-CE650278F4A7}" dt="2026-09-16T12:39:30.717" v="7063" actId="20577"/>
          <ac:spMkLst>
            <pc:docMk/>
            <pc:sldMk cId="626190295" sldId="305"/>
            <ac:spMk id="5" creationId="{48538002-10BE-65E2-52C5-FD63F13736BC}"/>
          </ac:spMkLst>
        </pc:spChg>
      </pc:sldChg>
      <pc:sldChg chg="addSp delSp modSp add mod">
        <pc:chgData name="Szerémi Éva Krisztina" userId="6a311ac4-91b9-4624-baff-3169abccb4a7" providerId="ADAL" clId="{B013E436-0372-4A96-927B-CE650278F4A7}" dt="2026-09-10T20:57:25.769" v="6005" actId="170"/>
        <pc:sldMkLst>
          <pc:docMk/>
          <pc:sldMk cId="836520079" sldId="306"/>
        </pc:sldMkLst>
        <pc:spChg chg="mod">
          <ac:chgData name="Szerémi Éva Krisztina" userId="6a311ac4-91b9-4624-baff-3169abccb4a7" providerId="ADAL" clId="{B013E436-0372-4A96-927B-CE650278F4A7}" dt="2026-09-10T15:33:18.389" v="4519" actId="255"/>
          <ac:spMkLst>
            <pc:docMk/>
            <pc:sldMk cId="836520079" sldId="306"/>
            <ac:spMk id="4" creationId="{CC11C75E-5E0B-8C1E-2F50-EB6534DD743B}"/>
          </ac:spMkLst>
        </pc:spChg>
        <pc:spChg chg="ord">
          <ac:chgData name="Szerémi Éva Krisztina" userId="6a311ac4-91b9-4624-baff-3169abccb4a7" providerId="ADAL" clId="{B013E436-0372-4A96-927B-CE650278F4A7}" dt="2026-09-10T20:57:25.769" v="6005" actId="170"/>
          <ac:spMkLst>
            <pc:docMk/>
            <pc:sldMk cId="836520079" sldId="306"/>
            <ac:spMk id="10" creationId="{CB0C7167-B004-D612-83B6-5308299D7BD4}"/>
          </ac:spMkLst>
        </pc:spChg>
        <pc:spChg chg="add mod ord">
          <ac:chgData name="Szerémi Éva Krisztina" userId="6a311ac4-91b9-4624-baff-3169abccb4a7" providerId="ADAL" clId="{B013E436-0372-4A96-927B-CE650278F4A7}" dt="2026-09-10T13:42:41.214" v="3159" actId="20577"/>
          <ac:spMkLst>
            <pc:docMk/>
            <pc:sldMk cId="836520079" sldId="306"/>
            <ac:spMk id="14" creationId="{2C347AFE-C293-0E09-D9F5-8497D994D3E9}"/>
          </ac:spMkLst>
        </pc:spChg>
      </pc:sldChg>
      <pc:sldChg chg="addSp modSp add mod addAnim delAnim modAnim">
        <pc:chgData name="Szerémi Éva Krisztina" userId="6a311ac4-91b9-4624-baff-3169abccb4a7" providerId="ADAL" clId="{B013E436-0372-4A96-927B-CE650278F4A7}" dt="2026-09-16T12:47:12.700" v="7132"/>
        <pc:sldMkLst>
          <pc:docMk/>
          <pc:sldMk cId="513745957" sldId="307"/>
        </pc:sldMkLst>
        <pc:spChg chg="mod">
          <ac:chgData name="Szerémi Éva Krisztina" userId="6a311ac4-91b9-4624-baff-3169abccb4a7" providerId="ADAL" clId="{B013E436-0372-4A96-927B-CE650278F4A7}" dt="2026-09-10T15:02:35.856" v="4103" actId="255"/>
          <ac:spMkLst>
            <pc:docMk/>
            <pc:sldMk cId="513745957" sldId="307"/>
            <ac:spMk id="4" creationId="{5BDAB96B-4FB1-FE3F-7A8D-3209DD8211BE}"/>
          </ac:spMkLst>
        </pc:spChg>
        <pc:spChg chg="mod">
          <ac:chgData name="Szerémi Éva Krisztina" userId="6a311ac4-91b9-4624-baff-3169abccb4a7" providerId="ADAL" clId="{B013E436-0372-4A96-927B-CE650278F4A7}" dt="2026-09-10T22:11:10.355" v="6919" actId="1076"/>
          <ac:spMkLst>
            <pc:docMk/>
            <pc:sldMk cId="513745957" sldId="307"/>
            <ac:spMk id="5" creationId="{59469DC3-A661-AC5D-1D17-90A7739C4602}"/>
          </ac:spMkLst>
        </pc:spChg>
        <pc:spChg chg="mod">
          <ac:chgData name="Szerémi Éva Krisztina" userId="6a311ac4-91b9-4624-baff-3169abccb4a7" providerId="ADAL" clId="{B013E436-0372-4A96-927B-CE650278F4A7}" dt="2026-09-16T12:46:32.472" v="7105" actId="164"/>
          <ac:spMkLst>
            <pc:docMk/>
            <pc:sldMk cId="513745957" sldId="307"/>
            <ac:spMk id="6" creationId="{052F6D97-9EC4-C8A3-EE69-23F781B89F05}"/>
          </ac:spMkLst>
        </pc:spChg>
        <pc:spChg chg="add mod">
          <ac:chgData name="Szerémi Éva Krisztina" userId="6a311ac4-91b9-4624-baff-3169abccb4a7" providerId="ADAL" clId="{B013E436-0372-4A96-927B-CE650278F4A7}" dt="2026-09-16T12:46:32.472" v="7105" actId="164"/>
          <ac:spMkLst>
            <pc:docMk/>
            <pc:sldMk cId="513745957" sldId="307"/>
            <ac:spMk id="9" creationId="{524A80A9-3FE0-34F6-E05D-437C75B1F008}"/>
          </ac:spMkLst>
        </pc:spChg>
        <pc:spChg chg="ord">
          <ac:chgData name="Szerémi Éva Krisztina" userId="6a311ac4-91b9-4624-baff-3169abccb4a7" providerId="ADAL" clId="{B013E436-0372-4A96-927B-CE650278F4A7}" dt="2026-09-10T20:56:59.199" v="6001" actId="170"/>
          <ac:spMkLst>
            <pc:docMk/>
            <pc:sldMk cId="513745957" sldId="307"/>
            <ac:spMk id="10" creationId="{6D0A1504-2E21-082A-AFC9-B36CC383336A}"/>
          </ac:spMkLst>
        </pc:spChg>
        <pc:spChg chg="mod">
          <ac:chgData name="Szerémi Éva Krisztina" userId="6a311ac4-91b9-4624-baff-3169abccb4a7" providerId="ADAL" clId="{B013E436-0372-4A96-927B-CE650278F4A7}" dt="2026-09-16T12:45:27.023" v="7087" actId="1076"/>
          <ac:spMkLst>
            <pc:docMk/>
            <pc:sldMk cId="513745957" sldId="307"/>
            <ac:spMk id="15" creationId="{82FDC0F5-D9FF-7E68-4E69-45FC6F4EE1EA}"/>
          </ac:spMkLst>
        </pc:spChg>
        <pc:grpChg chg="add mod">
          <ac:chgData name="Szerémi Éva Krisztina" userId="6a311ac4-91b9-4624-baff-3169abccb4a7" providerId="ADAL" clId="{B013E436-0372-4A96-927B-CE650278F4A7}" dt="2026-09-16T12:46:40.986" v="7129" actId="1035"/>
          <ac:grpSpMkLst>
            <pc:docMk/>
            <pc:sldMk cId="513745957" sldId="307"/>
            <ac:grpSpMk id="12" creationId="{26486254-2C5B-D35C-A493-A0E9E8D67F5E}"/>
          </ac:grpSpMkLst>
        </pc:grpChg>
        <pc:grpChg chg="mod">
          <ac:chgData name="Szerémi Éva Krisztina" userId="6a311ac4-91b9-4624-baff-3169abccb4a7" providerId="ADAL" clId="{B013E436-0372-4A96-927B-CE650278F4A7}" dt="2026-09-10T22:11:14.888" v="6920" actId="1035"/>
          <ac:grpSpMkLst>
            <pc:docMk/>
            <pc:sldMk cId="513745957" sldId="307"/>
            <ac:grpSpMk id="16" creationId="{BAEEAB89-9512-7DDF-6A10-5CAF5F9B90BC}"/>
          </ac:grpSpMkLst>
        </pc:grpChg>
        <pc:cxnChg chg="mod">
          <ac:chgData name="Szerémi Éva Krisztina" userId="6a311ac4-91b9-4624-baff-3169abccb4a7" providerId="ADAL" clId="{B013E436-0372-4A96-927B-CE650278F4A7}" dt="2026-09-16T12:46:51.926" v="7130" actId="14100"/>
          <ac:cxnSpMkLst>
            <pc:docMk/>
            <pc:sldMk cId="513745957" sldId="307"/>
            <ac:cxnSpMk id="8" creationId="{5C006319-0193-3F8C-82BF-2AB0C7790889}"/>
          </ac:cxnSpMkLst>
        </pc:cxnChg>
      </pc:sldChg>
      <pc:sldChg chg="modSp add mod">
        <pc:chgData name="Szerémi Éva Krisztina" userId="6a311ac4-91b9-4624-baff-3169abccb4a7" providerId="ADAL" clId="{B013E436-0372-4A96-927B-CE650278F4A7}" dt="2026-09-10T21:11:01.598" v="6173" actId="14100"/>
        <pc:sldMkLst>
          <pc:docMk/>
          <pc:sldMk cId="1891326000" sldId="313"/>
        </pc:sldMkLst>
        <pc:spChg chg="mod ord">
          <ac:chgData name="Szerémi Éva Krisztina" userId="6a311ac4-91b9-4624-baff-3169abccb4a7" providerId="ADAL" clId="{B013E436-0372-4A96-927B-CE650278F4A7}" dt="2026-09-10T21:11:01.598" v="6173" actId="14100"/>
          <ac:spMkLst>
            <pc:docMk/>
            <pc:sldMk cId="1891326000" sldId="313"/>
            <ac:spMk id="2" creationId="{DF48EE4A-72C1-C3E4-CBAE-C430E8C5F27B}"/>
          </ac:spMkLst>
        </pc:spChg>
        <pc:spChg chg="mod">
          <ac:chgData name="Szerémi Éva Krisztina" userId="6a311ac4-91b9-4624-baff-3169abccb4a7" providerId="ADAL" clId="{B013E436-0372-4A96-927B-CE650278F4A7}" dt="2026-09-10T14:01:25.962" v="3416" actId="1076"/>
          <ac:spMkLst>
            <pc:docMk/>
            <pc:sldMk cId="1891326000" sldId="313"/>
            <ac:spMk id="4" creationId="{BFEA0915-9124-875A-94BC-E94FA98DC48F}"/>
          </ac:spMkLst>
        </pc:spChg>
        <pc:picChg chg="ord">
          <ac:chgData name="Szerémi Éva Krisztina" userId="6a311ac4-91b9-4624-baff-3169abccb4a7" providerId="ADAL" clId="{B013E436-0372-4A96-927B-CE650278F4A7}" dt="2026-09-10T14:05:09.817" v="3624" actId="170"/>
          <ac:picMkLst>
            <pc:docMk/>
            <pc:sldMk cId="1891326000" sldId="313"/>
            <ac:picMk id="3" creationId="{91F25B83-1257-974A-1A90-3B868458BDEC}"/>
          </ac:picMkLst>
        </pc:picChg>
        <pc:picChg chg="ord">
          <ac:chgData name="Szerémi Éva Krisztina" userId="6a311ac4-91b9-4624-baff-3169abccb4a7" providerId="ADAL" clId="{B013E436-0372-4A96-927B-CE650278F4A7}" dt="2026-09-10T14:05:13.739" v="3625" actId="170"/>
          <ac:picMkLst>
            <pc:docMk/>
            <pc:sldMk cId="1891326000" sldId="313"/>
            <ac:picMk id="11" creationId="{050FB29B-F36D-A1C8-9452-56113F669559}"/>
          </ac:picMkLst>
        </pc:picChg>
      </pc:sldChg>
      <pc:sldChg chg="modSp add mod">
        <pc:chgData name="Szerémi Éva Krisztina" userId="6a311ac4-91b9-4624-baff-3169abccb4a7" providerId="ADAL" clId="{B013E436-0372-4A96-927B-CE650278F4A7}" dt="2026-09-10T15:45:41.400" v="4796" actId="20577"/>
        <pc:sldMkLst>
          <pc:docMk/>
          <pc:sldMk cId="1038563935" sldId="314"/>
        </pc:sldMkLst>
        <pc:spChg chg="mod ord">
          <ac:chgData name="Szerémi Éva Krisztina" userId="6a311ac4-91b9-4624-baff-3169abccb4a7" providerId="ADAL" clId="{B013E436-0372-4A96-927B-CE650278F4A7}" dt="2026-09-10T15:45:41.400" v="4796" actId="20577"/>
          <ac:spMkLst>
            <pc:docMk/>
            <pc:sldMk cId="1038563935" sldId="314"/>
            <ac:spMk id="2" creationId="{D4210E1A-1422-30B6-EE2B-AF77429D2A80}"/>
          </ac:spMkLst>
        </pc:spChg>
      </pc:sldChg>
      <pc:sldChg chg="addSp modSp add mod">
        <pc:chgData name="Szerémi Éva Krisztina" userId="6a311ac4-91b9-4624-baff-3169abccb4a7" providerId="ADAL" clId="{B013E436-0372-4A96-927B-CE650278F4A7}" dt="2026-09-10T14:37:48.832" v="4042" actId="14734"/>
        <pc:sldMkLst>
          <pc:docMk/>
          <pc:sldMk cId="2411428880" sldId="315"/>
        </pc:sldMkLst>
        <pc:spChg chg="mod">
          <ac:chgData name="Szerémi Éva Krisztina" userId="6a311ac4-91b9-4624-baff-3169abccb4a7" providerId="ADAL" clId="{B013E436-0372-4A96-927B-CE650278F4A7}" dt="2026-09-10T14:23:52.809" v="3799" actId="6549"/>
          <ac:spMkLst>
            <pc:docMk/>
            <pc:sldMk cId="2411428880" sldId="315"/>
            <ac:spMk id="2" creationId="{626A933E-B6F5-5F83-A5F6-B2E0730974EB}"/>
          </ac:spMkLst>
        </pc:spChg>
        <pc:spChg chg="mod">
          <ac:chgData name="Szerémi Éva Krisztina" userId="6a311ac4-91b9-4624-baff-3169abccb4a7" providerId="ADAL" clId="{B013E436-0372-4A96-927B-CE650278F4A7}" dt="2026-09-10T14:23:43.817" v="3798" actId="20577"/>
          <ac:spMkLst>
            <pc:docMk/>
            <pc:sldMk cId="2411428880" sldId="315"/>
            <ac:spMk id="4" creationId="{58D12FAE-582F-E527-D3FC-2F0D9B9FF1EF}"/>
          </ac:spMkLst>
        </pc:spChg>
        <pc:graphicFrameChg chg="add mod modGraphic">
          <ac:chgData name="Szerémi Éva Krisztina" userId="6a311ac4-91b9-4624-baff-3169abccb4a7" providerId="ADAL" clId="{B013E436-0372-4A96-927B-CE650278F4A7}" dt="2026-09-10T14:37:48.832" v="4042" actId="14734"/>
          <ac:graphicFrameMkLst>
            <pc:docMk/>
            <pc:sldMk cId="2411428880" sldId="315"/>
            <ac:graphicFrameMk id="6" creationId="{76256BE4-8F8C-9E52-E996-F5378B7C38D2}"/>
          </ac:graphicFrameMkLst>
        </pc:graphicFrameChg>
      </pc:sldChg>
      <pc:sldChg chg="addSp delSp modSp add mod">
        <pc:chgData name="Szerémi Éva Krisztina" userId="6a311ac4-91b9-4624-baff-3169abccb4a7" providerId="ADAL" clId="{B013E436-0372-4A96-927B-CE650278F4A7}" dt="2026-09-10T21:11:58.312" v="6176" actId="1076"/>
        <pc:sldMkLst>
          <pc:docMk/>
          <pc:sldMk cId="1706101307" sldId="316"/>
        </pc:sldMkLst>
        <pc:spChg chg="mod">
          <ac:chgData name="Szerémi Éva Krisztina" userId="6a311ac4-91b9-4624-baff-3169abccb4a7" providerId="ADAL" clId="{B013E436-0372-4A96-927B-CE650278F4A7}" dt="2026-09-10T14:30:34.647" v="3966" actId="1076"/>
          <ac:spMkLst>
            <pc:docMk/>
            <pc:sldMk cId="1706101307" sldId="316"/>
            <ac:spMk id="4" creationId="{8C232BAF-F7E5-C9A2-F5D4-C8DBC52BFB03}"/>
          </ac:spMkLst>
        </pc:spChg>
        <pc:graphicFrameChg chg="add mod modGraphic">
          <ac:chgData name="Szerémi Éva Krisztina" userId="6a311ac4-91b9-4624-baff-3169abccb4a7" providerId="ADAL" clId="{B013E436-0372-4A96-927B-CE650278F4A7}" dt="2026-09-10T21:11:58.312" v="6176" actId="1076"/>
          <ac:graphicFrameMkLst>
            <pc:docMk/>
            <pc:sldMk cId="1706101307" sldId="316"/>
            <ac:graphicFrameMk id="9" creationId="{BB5342D5-0DAB-F3E1-AFEA-C3C585D6791D}"/>
          </ac:graphicFrameMkLst>
        </pc:graphicFrameChg>
      </pc:sldChg>
      <pc:sldChg chg="addSp delSp modSp add mod">
        <pc:chgData name="Szerémi Éva Krisztina" userId="6a311ac4-91b9-4624-baff-3169abccb4a7" providerId="ADAL" clId="{B013E436-0372-4A96-927B-CE650278F4A7}" dt="2026-09-10T14:37:38.763" v="4040" actId="14734"/>
        <pc:sldMkLst>
          <pc:docMk/>
          <pc:sldMk cId="2560756874" sldId="317"/>
        </pc:sldMkLst>
        <pc:spChg chg="mod">
          <ac:chgData name="Szerémi Éva Krisztina" userId="6a311ac4-91b9-4624-baff-3169abccb4a7" providerId="ADAL" clId="{B013E436-0372-4A96-927B-CE650278F4A7}" dt="2026-09-10T14:30:27.557" v="3965" actId="1076"/>
          <ac:spMkLst>
            <pc:docMk/>
            <pc:sldMk cId="2560756874" sldId="317"/>
            <ac:spMk id="4" creationId="{47825AA2-C9F1-2000-DEDC-3316FF0E1C3A}"/>
          </ac:spMkLst>
        </pc:spChg>
        <pc:graphicFrameChg chg="add mod modGraphic">
          <ac:chgData name="Szerémi Éva Krisztina" userId="6a311ac4-91b9-4624-baff-3169abccb4a7" providerId="ADAL" clId="{B013E436-0372-4A96-927B-CE650278F4A7}" dt="2026-09-10T14:37:38.763" v="4040" actId="14734"/>
          <ac:graphicFrameMkLst>
            <pc:docMk/>
            <pc:sldMk cId="2560756874" sldId="317"/>
            <ac:graphicFrameMk id="6" creationId="{FE975C08-1F43-95A5-18B4-DCBD107D4929}"/>
          </ac:graphicFrameMkLst>
        </pc:graphicFrameChg>
      </pc:sldChg>
      <pc:sldChg chg="addSp delSp modSp add mod">
        <pc:chgData name="Szerémi Éva Krisztina" userId="6a311ac4-91b9-4624-baff-3169abccb4a7" providerId="ADAL" clId="{B013E436-0372-4A96-927B-CE650278F4A7}" dt="2026-09-10T21:12:54.559" v="6206" actId="20577"/>
        <pc:sldMkLst>
          <pc:docMk/>
          <pc:sldMk cId="2489326005" sldId="318"/>
        </pc:sldMkLst>
        <pc:spChg chg="mod">
          <ac:chgData name="Szerémi Éva Krisztina" userId="6a311ac4-91b9-4624-baff-3169abccb4a7" providerId="ADAL" clId="{B013E436-0372-4A96-927B-CE650278F4A7}" dt="2026-09-10T15:34:47.725" v="4539" actId="114"/>
          <ac:spMkLst>
            <pc:docMk/>
            <pc:sldMk cId="2489326005" sldId="318"/>
            <ac:spMk id="2" creationId="{65E3B588-E2C2-EF72-E29B-F4E90921CFDA}"/>
          </ac:spMkLst>
        </pc:spChg>
        <pc:spChg chg="mod">
          <ac:chgData name="Szerémi Éva Krisztina" userId="6a311ac4-91b9-4624-baff-3169abccb4a7" providerId="ADAL" clId="{B013E436-0372-4A96-927B-CE650278F4A7}" dt="2026-09-10T14:34:12.808" v="3986" actId="20577"/>
          <ac:spMkLst>
            <pc:docMk/>
            <pc:sldMk cId="2489326005" sldId="318"/>
            <ac:spMk id="4" creationId="{5F6920F6-8F80-432B-6ACE-CB0E7B2D0F13}"/>
          </ac:spMkLst>
        </pc:spChg>
        <pc:graphicFrameChg chg="add mod modGraphic">
          <ac:chgData name="Szerémi Éva Krisztina" userId="6a311ac4-91b9-4624-baff-3169abccb4a7" providerId="ADAL" clId="{B013E436-0372-4A96-927B-CE650278F4A7}" dt="2026-09-10T21:12:54.559" v="6206" actId="20577"/>
          <ac:graphicFrameMkLst>
            <pc:docMk/>
            <pc:sldMk cId="2489326005" sldId="318"/>
            <ac:graphicFrameMk id="7" creationId="{59F975BE-CB1B-3FAB-1256-9526B6347F7A}"/>
          </ac:graphicFrameMkLst>
        </pc:graphicFrameChg>
      </pc:sldChg>
      <pc:sldChg chg="addSp delSp modSp add mod">
        <pc:chgData name="Szerémi Éva Krisztina" userId="6a311ac4-91b9-4624-baff-3169abccb4a7" providerId="ADAL" clId="{B013E436-0372-4A96-927B-CE650278F4A7}" dt="2026-09-10T14:41:10.245" v="4087" actId="1076"/>
        <pc:sldMkLst>
          <pc:docMk/>
          <pc:sldMk cId="3722249485" sldId="319"/>
        </pc:sldMkLst>
        <pc:picChg chg="add mod">
          <ac:chgData name="Szerémi Éva Krisztina" userId="6a311ac4-91b9-4624-baff-3169abccb4a7" providerId="ADAL" clId="{B013E436-0372-4A96-927B-CE650278F4A7}" dt="2026-09-10T14:41:10.245" v="4087" actId="1076"/>
          <ac:picMkLst>
            <pc:docMk/>
            <pc:sldMk cId="3722249485" sldId="319"/>
            <ac:picMk id="9" creationId="{990646BE-F750-A8DC-6627-DD15B4EF08AC}"/>
          </ac:picMkLst>
        </pc:picChg>
      </pc:sldChg>
      <pc:sldChg chg="addSp delSp modSp add mod delAnim">
        <pc:chgData name="Szerémi Éva Krisztina" userId="6a311ac4-91b9-4624-baff-3169abccb4a7" providerId="ADAL" clId="{B013E436-0372-4A96-927B-CE650278F4A7}" dt="2026-09-10T20:56:53.315" v="5997" actId="170"/>
        <pc:sldMkLst>
          <pc:docMk/>
          <pc:sldMk cId="1302809702" sldId="320"/>
        </pc:sldMkLst>
        <pc:spChg chg="mod">
          <ac:chgData name="Szerémi Éva Krisztina" userId="6a311ac4-91b9-4624-baff-3169abccb4a7" providerId="ADAL" clId="{B013E436-0372-4A96-927B-CE650278F4A7}" dt="2026-09-10T15:07:16.524" v="4154" actId="255"/>
          <ac:spMkLst>
            <pc:docMk/>
            <pc:sldMk cId="1302809702" sldId="320"/>
            <ac:spMk id="4" creationId="{1FB1FEC2-82F3-6D4C-7835-26903D22276A}"/>
          </ac:spMkLst>
        </pc:spChg>
        <pc:spChg chg="ord">
          <ac:chgData name="Szerémi Éva Krisztina" userId="6a311ac4-91b9-4624-baff-3169abccb4a7" providerId="ADAL" clId="{B013E436-0372-4A96-927B-CE650278F4A7}" dt="2026-09-10T20:56:53.315" v="5997" actId="170"/>
          <ac:spMkLst>
            <pc:docMk/>
            <pc:sldMk cId="1302809702" sldId="320"/>
            <ac:spMk id="10" creationId="{55BA5C57-1BFF-40D3-076A-022CB7D997C1}"/>
          </ac:spMkLst>
        </pc:spChg>
        <pc:spChg chg="add mod">
          <ac:chgData name="Szerémi Éva Krisztina" userId="6a311ac4-91b9-4624-baff-3169abccb4a7" providerId="ADAL" clId="{B013E436-0372-4A96-927B-CE650278F4A7}" dt="2026-09-10T15:03:56.394" v="4109" actId="14100"/>
          <ac:spMkLst>
            <pc:docMk/>
            <pc:sldMk cId="1302809702" sldId="320"/>
            <ac:spMk id="12" creationId="{C721135A-E43A-BBC5-0E4C-5E75F70FABB4}"/>
          </ac:spMkLst>
        </pc:spChg>
      </pc:sldChg>
      <pc:sldChg chg="addSp delSp modSp add mod modAnim">
        <pc:chgData name="Szerémi Éva Krisztina" userId="6a311ac4-91b9-4624-baff-3169abccb4a7" providerId="ADAL" clId="{B013E436-0372-4A96-927B-CE650278F4A7}" dt="2026-09-10T20:56:44.162" v="5993" actId="170"/>
        <pc:sldMkLst>
          <pc:docMk/>
          <pc:sldMk cId="3882721360" sldId="321"/>
        </pc:sldMkLst>
        <pc:spChg chg="mod ord">
          <ac:chgData name="Szerémi Éva Krisztina" userId="6a311ac4-91b9-4624-baff-3169abccb4a7" providerId="ADAL" clId="{B013E436-0372-4A96-927B-CE650278F4A7}" dt="2026-09-10T20:56:44.162" v="5993" actId="170"/>
          <ac:spMkLst>
            <pc:docMk/>
            <pc:sldMk cId="3882721360" sldId="321"/>
            <ac:spMk id="4" creationId="{88A6BAEE-D478-F937-F66A-FCEBE54336CE}"/>
          </ac:spMkLst>
        </pc:spChg>
        <pc:spChg chg="add mod">
          <ac:chgData name="Szerémi Éva Krisztina" userId="6a311ac4-91b9-4624-baff-3169abccb4a7" providerId="ADAL" clId="{B013E436-0372-4A96-927B-CE650278F4A7}" dt="2026-09-10T20:40:48.132" v="5620" actId="20577"/>
          <ac:spMkLst>
            <pc:docMk/>
            <pc:sldMk cId="3882721360" sldId="321"/>
            <ac:spMk id="6" creationId="{267E0DF2-550D-817D-15F4-4E1C3F708892}"/>
          </ac:spMkLst>
        </pc:spChg>
        <pc:spChg chg="add mod">
          <ac:chgData name="Szerémi Éva Krisztina" userId="6a311ac4-91b9-4624-baff-3169abccb4a7" providerId="ADAL" clId="{B013E436-0372-4A96-927B-CE650278F4A7}" dt="2026-09-10T15:09:29.021" v="4174" actId="1076"/>
          <ac:spMkLst>
            <pc:docMk/>
            <pc:sldMk cId="3882721360" sldId="321"/>
            <ac:spMk id="7" creationId="{5F72DF46-EE05-EE4C-F8AF-17BB0D8FD6DA}"/>
          </ac:spMkLst>
        </pc:spChg>
        <pc:spChg chg="ord">
          <ac:chgData name="Szerémi Éva Krisztina" userId="6a311ac4-91b9-4624-baff-3169abccb4a7" providerId="ADAL" clId="{B013E436-0372-4A96-927B-CE650278F4A7}" dt="2026-09-10T20:56:38.012" v="5989" actId="170"/>
          <ac:spMkLst>
            <pc:docMk/>
            <pc:sldMk cId="3882721360" sldId="321"/>
            <ac:spMk id="10" creationId="{7F959A30-30D7-F3A1-0AEA-B47632BEE1F9}"/>
          </ac:spMkLst>
        </pc:spChg>
        <pc:cxnChg chg="add mod">
          <ac:chgData name="Szerémi Éva Krisztina" userId="6a311ac4-91b9-4624-baff-3169abccb4a7" providerId="ADAL" clId="{B013E436-0372-4A96-927B-CE650278F4A7}" dt="2026-09-10T15:08:48.365" v="4158" actId="1076"/>
          <ac:cxnSpMkLst>
            <pc:docMk/>
            <pc:sldMk cId="3882721360" sldId="321"/>
            <ac:cxnSpMk id="8" creationId="{6EEFC21C-CE64-49CE-59D4-D2A373B2A21B}"/>
          </ac:cxnSpMkLst>
        </pc:cxnChg>
      </pc:sldChg>
      <pc:sldChg chg="delSp modSp add mod">
        <pc:chgData name="Szerémi Éva Krisztina" userId="6a311ac4-91b9-4624-baff-3169abccb4a7" providerId="ADAL" clId="{B013E436-0372-4A96-927B-CE650278F4A7}" dt="2026-09-10T15:45:31.185" v="4781" actId="1076"/>
        <pc:sldMkLst>
          <pc:docMk/>
          <pc:sldMk cId="386406685" sldId="322"/>
        </pc:sldMkLst>
        <pc:spChg chg="mod">
          <ac:chgData name="Szerémi Éva Krisztina" userId="6a311ac4-91b9-4624-baff-3169abccb4a7" providerId="ADAL" clId="{B013E436-0372-4A96-927B-CE650278F4A7}" dt="2026-09-10T15:39:01.611" v="4554" actId="20577"/>
          <ac:spMkLst>
            <pc:docMk/>
            <pc:sldMk cId="386406685" sldId="322"/>
            <ac:spMk id="4" creationId="{D00D9ABB-7676-FB56-07FB-4C91C28C9A63}"/>
          </ac:spMkLst>
        </pc:spChg>
        <pc:graphicFrameChg chg="mod modGraphic">
          <ac:chgData name="Szerémi Éva Krisztina" userId="6a311ac4-91b9-4624-baff-3169abccb4a7" providerId="ADAL" clId="{B013E436-0372-4A96-927B-CE650278F4A7}" dt="2026-09-10T15:45:31.185" v="4781" actId="1076"/>
          <ac:graphicFrameMkLst>
            <pc:docMk/>
            <pc:sldMk cId="386406685" sldId="322"/>
            <ac:graphicFrameMk id="7" creationId="{3DF8EC77-0B5D-A24D-2C16-673D30642AEB}"/>
          </ac:graphicFrameMkLst>
        </pc:graphicFrameChg>
      </pc:sldChg>
      <pc:sldChg chg="addSp delSp modSp add mod">
        <pc:chgData name="Szerémi Éva Krisztina" userId="6a311ac4-91b9-4624-baff-3169abccb4a7" providerId="ADAL" clId="{B013E436-0372-4A96-927B-CE650278F4A7}" dt="2026-09-16T12:47:56.965" v="7138" actId="20577"/>
        <pc:sldMkLst>
          <pc:docMk/>
          <pc:sldMk cId="3761956486" sldId="323"/>
        </pc:sldMkLst>
        <pc:spChg chg="mod">
          <ac:chgData name="Szerémi Éva Krisztina" userId="6a311ac4-91b9-4624-baff-3169abccb4a7" providerId="ADAL" clId="{B013E436-0372-4A96-927B-CE650278F4A7}" dt="2026-09-10T19:59:35.327" v="5101" actId="1076"/>
          <ac:spMkLst>
            <pc:docMk/>
            <pc:sldMk cId="3761956486" sldId="323"/>
            <ac:spMk id="4" creationId="{F3F3D978-1CEB-0E01-EEE6-CF11B59C2073}"/>
          </ac:spMkLst>
        </pc:spChg>
        <pc:spChg chg="mod">
          <ac:chgData name="Szerémi Éva Krisztina" userId="6a311ac4-91b9-4624-baff-3169abccb4a7" providerId="ADAL" clId="{B013E436-0372-4A96-927B-CE650278F4A7}" dt="2026-09-16T12:47:56.965" v="7138" actId="20577"/>
          <ac:spMkLst>
            <pc:docMk/>
            <pc:sldMk cId="3761956486" sldId="323"/>
            <ac:spMk id="5" creationId="{363B376C-6F58-5788-48E9-C5A7B574EA35}"/>
          </ac:spMkLst>
        </pc:spChg>
      </pc:sldChg>
      <pc:sldChg chg="modSp add mod ord">
        <pc:chgData name="Szerémi Éva Krisztina" userId="6a311ac4-91b9-4624-baff-3169abccb4a7" providerId="ADAL" clId="{B013E436-0372-4A96-927B-CE650278F4A7}" dt="2026-09-10T21:24:08.177" v="6532" actId="170"/>
        <pc:sldMkLst>
          <pc:docMk/>
          <pc:sldMk cId="1387224248" sldId="324"/>
        </pc:sldMkLst>
        <pc:spChg chg="mod">
          <ac:chgData name="Szerémi Éva Krisztina" userId="6a311ac4-91b9-4624-baff-3169abccb4a7" providerId="ADAL" clId="{B013E436-0372-4A96-927B-CE650278F4A7}" dt="2026-09-10T20:47:19.066" v="5769" actId="20577"/>
          <ac:spMkLst>
            <pc:docMk/>
            <pc:sldMk cId="1387224248" sldId="324"/>
            <ac:spMk id="4" creationId="{F996EC56-EB09-EC13-480B-CFC51E21F947}"/>
          </ac:spMkLst>
        </pc:spChg>
        <pc:spChg chg="ord">
          <ac:chgData name="Szerémi Éva Krisztina" userId="6a311ac4-91b9-4624-baff-3169abccb4a7" providerId="ADAL" clId="{B013E436-0372-4A96-927B-CE650278F4A7}" dt="2026-09-10T21:24:08.177" v="6532" actId="170"/>
          <ac:spMkLst>
            <pc:docMk/>
            <pc:sldMk cId="1387224248" sldId="324"/>
            <ac:spMk id="10" creationId="{EFDA64C0-E73C-D427-1A79-103E8284FC26}"/>
          </ac:spMkLst>
        </pc:spChg>
        <pc:spChg chg="mod">
          <ac:chgData name="Szerémi Éva Krisztina" userId="6a311ac4-91b9-4624-baff-3169abccb4a7" providerId="ADAL" clId="{B013E436-0372-4A96-927B-CE650278F4A7}" dt="2026-09-10T21:24:01.888" v="6528" actId="1076"/>
          <ac:spMkLst>
            <pc:docMk/>
            <pc:sldMk cId="1387224248" sldId="324"/>
            <ac:spMk id="12" creationId="{166CB0DB-B5B9-8947-6EC5-B22D663F944B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6T12:35:13.555" v="7027" actId="207"/>
        <pc:sldMkLst>
          <pc:docMk/>
          <pc:sldMk cId="895045028" sldId="325"/>
        </pc:sldMkLst>
        <pc:spChg chg="mod">
          <ac:chgData name="Szerémi Éva Krisztina" userId="6a311ac4-91b9-4624-baff-3169abccb4a7" providerId="ADAL" clId="{B013E436-0372-4A96-927B-CE650278F4A7}" dt="2026-09-10T20:47:13.601" v="5768" actId="27636"/>
          <ac:spMkLst>
            <pc:docMk/>
            <pc:sldMk cId="895045028" sldId="325"/>
            <ac:spMk id="4" creationId="{7DE04EB2-2D6A-94DE-AEC3-5381D40FB6F3}"/>
          </ac:spMkLst>
        </pc:spChg>
        <pc:spChg chg="mod">
          <ac:chgData name="Szerémi Éva Krisztina" userId="6a311ac4-91b9-4624-baff-3169abccb4a7" providerId="ADAL" clId="{B013E436-0372-4A96-927B-CE650278F4A7}" dt="2026-09-16T12:35:13.555" v="7027" actId="207"/>
          <ac:spMkLst>
            <pc:docMk/>
            <pc:sldMk cId="895045028" sldId="325"/>
            <ac:spMk id="12" creationId="{ABEF6593-0AE1-2647-E3FD-3EECF4AD85CD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6T12:35:23.053" v="7028" actId="20577"/>
        <pc:sldMkLst>
          <pc:docMk/>
          <pc:sldMk cId="1640575846" sldId="326"/>
        </pc:sldMkLst>
        <pc:spChg chg="mod">
          <ac:chgData name="Szerémi Éva Krisztina" userId="6a311ac4-91b9-4624-baff-3169abccb4a7" providerId="ADAL" clId="{B013E436-0372-4A96-927B-CE650278F4A7}" dt="2026-09-16T12:35:23.053" v="7028" actId="20577"/>
          <ac:spMkLst>
            <pc:docMk/>
            <pc:sldMk cId="1640575846" sldId="326"/>
            <ac:spMk id="2" creationId="{2484B3E5-4929-B5F1-B080-8D0A7652FF90}"/>
          </ac:spMkLst>
        </pc:spChg>
        <pc:spChg chg="mod">
          <ac:chgData name="Szerémi Éva Krisztina" userId="6a311ac4-91b9-4624-baff-3169abccb4a7" providerId="ADAL" clId="{B013E436-0372-4A96-927B-CE650278F4A7}" dt="2026-09-10T20:53:18.876" v="5952" actId="1076"/>
          <ac:spMkLst>
            <pc:docMk/>
            <pc:sldMk cId="1640575846" sldId="326"/>
            <ac:spMk id="4" creationId="{4B759723-37E6-B79E-3CFC-608730C4E377}"/>
          </ac:spMkLst>
        </pc:spChg>
        <pc:spChg chg="ord">
          <ac:chgData name="Szerémi Éva Krisztina" userId="6a311ac4-91b9-4624-baff-3169abccb4a7" providerId="ADAL" clId="{B013E436-0372-4A96-927B-CE650278F4A7}" dt="2026-09-10T20:56:21.309" v="5985" actId="170"/>
          <ac:spMkLst>
            <pc:docMk/>
            <pc:sldMk cId="1640575846" sldId="326"/>
            <ac:spMk id="10" creationId="{4522F0BA-E52A-57CD-3E7A-E88246999983}"/>
          </ac:spMkLst>
        </pc:spChg>
      </pc:sldChg>
      <pc:sldChg chg="modSp add mod ord">
        <pc:chgData name="Szerémi Éva Krisztina" userId="6a311ac4-91b9-4624-baff-3169abccb4a7" providerId="ADAL" clId="{B013E436-0372-4A96-927B-CE650278F4A7}" dt="2026-09-10T21:52:45.910" v="6818" actId="207"/>
        <pc:sldMkLst>
          <pc:docMk/>
          <pc:sldMk cId="3936340565" sldId="327"/>
        </pc:sldMkLst>
        <pc:spChg chg="mod">
          <ac:chgData name="Szerémi Éva Krisztina" userId="6a311ac4-91b9-4624-baff-3169abccb4a7" providerId="ADAL" clId="{B013E436-0372-4A96-927B-CE650278F4A7}" dt="2026-09-10T21:21:00.214" v="6320" actId="1076"/>
          <ac:spMkLst>
            <pc:docMk/>
            <pc:sldMk cId="3936340565" sldId="327"/>
            <ac:spMk id="4" creationId="{10DED2D9-A871-603D-3449-E7CFCD189123}"/>
          </ac:spMkLst>
        </pc:spChg>
        <pc:spChg chg="mod ord">
          <ac:chgData name="Szerémi Éva Krisztina" userId="6a311ac4-91b9-4624-baff-3169abccb4a7" providerId="ADAL" clId="{B013E436-0372-4A96-927B-CE650278F4A7}" dt="2026-09-10T21:52:45.910" v="6818" actId="207"/>
          <ac:spMkLst>
            <pc:docMk/>
            <pc:sldMk cId="3936340565" sldId="327"/>
            <ac:spMk id="12" creationId="{A68A623A-E560-3092-A9CA-D325DF723515}"/>
          </ac:spMkLst>
        </pc:spChg>
        <pc:picChg chg="ord">
          <ac:chgData name="Szerémi Éva Krisztina" userId="6a311ac4-91b9-4624-baff-3169abccb4a7" providerId="ADAL" clId="{B013E436-0372-4A96-927B-CE650278F4A7}" dt="2026-09-10T21:21:26.712" v="6341" actId="170"/>
          <ac:picMkLst>
            <pc:docMk/>
            <pc:sldMk cId="3936340565" sldId="327"/>
            <ac:picMk id="3" creationId="{A199BBE0-E562-BBF4-9638-E2B922859475}"/>
          </ac:picMkLst>
        </pc:picChg>
      </pc:sldChg>
      <pc:sldChg chg="modSp add mod ord">
        <pc:chgData name="Szerémi Éva Krisztina" userId="6a311ac4-91b9-4624-baff-3169abccb4a7" providerId="ADAL" clId="{B013E436-0372-4A96-927B-CE650278F4A7}" dt="2026-09-10T22:07:27.912" v="6915" actId="20577"/>
        <pc:sldMkLst>
          <pc:docMk/>
          <pc:sldMk cId="3466396296" sldId="328"/>
        </pc:sldMkLst>
        <pc:spChg chg="mod">
          <ac:chgData name="Szerémi Éva Krisztina" userId="6a311ac4-91b9-4624-baff-3169abccb4a7" providerId="ADAL" clId="{B013E436-0372-4A96-927B-CE650278F4A7}" dt="2026-09-10T22:07:27.912" v="6915" actId="20577"/>
          <ac:spMkLst>
            <pc:docMk/>
            <pc:sldMk cId="3466396296" sldId="328"/>
            <ac:spMk id="2" creationId="{A51100D8-1EEF-268F-3140-375D27B2ED12}"/>
          </ac:spMkLst>
        </pc:spChg>
        <pc:spChg chg="mod">
          <ac:chgData name="Szerémi Éva Krisztina" userId="6a311ac4-91b9-4624-baff-3169abccb4a7" providerId="ADAL" clId="{B013E436-0372-4A96-927B-CE650278F4A7}" dt="2026-09-10T21:22:03.003" v="6351" actId="20577"/>
          <ac:spMkLst>
            <pc:docMk/>
            <pc:sldMk cId="3466396296" sldId="328"/>
            <ac:spMk id="4" creationId="{427383B5-892E-BBCE-16F3-32DF34BF1D20}"/>
          </ac:spMkLst>
        </pc:spChg>
      </pc:sldChg>
      <pc:sldChg chg="modSp add mod">
        <pc:chgData name="Szerémi Éva Krisztina" userId="6a311ac4-91b9-4624-baff-3169abccb4a7" providerId="ADAL" clId="{B013E436-0372-4A96-927B-CE650278F4A7}" dt="2026-09-10T21:33:43.095" v="6641" actId="20577"/>
        <pc:sldMkLst>
          <pc:docMk/>
          <pc:sldMk cId="1146454351" sldId="329"/>
        </pc:sldMkLst>
        <pc:spChg chg="mod">
          <ac:chgData name="Szerémi Éva Krisztina" userId="6a311ac4-91b9-4624-baff-3169abccb4a7" providerId="ADAL" clId="{B013E436-0372-4A96-927B-CE650278F4A7}" dt="2026-09-10T21:33:19.198" v="6636" actId="20577"/>
          <ac:spMkLst>
            <pc:docMk/>
            <pc:sldMk cId="1146454351" sldId="329"/>
            <ac:spMk id="4" creationId="{E2F96CD2-139C-6416-3DE5-2036E2C49C6C}"/>
          </ac:spMkLst>
        </pc:spChg>
        <pc:spChg chg="mod">
          <ac:chgData name="Szerémi Éva Krisztina" userId="6a311ac4-91b9-4624-baff-3169abccb4a7" providerId="ADAL" clId="{B013E436-0372-4A96-927B-CE650278F4A7}" dt="2026-09-10T21:33:43.095" v="6641" actId="20577"/>
          <ac:spMkLst>
            <pc:docMk/>
            <pc:sldMk cId="1146454351" sldId="329"/>
            <ac:spMk id="12" creationId="{982C245E-AF6C-0B22-56C4-C0CE1FC89320}"/>
          </ac:spMkLst>
        </pc:spChg>
        <pc:picChg chg="ord">
          <ac:chgData name="Szerémi Éva Krisztina" userId="6a311ac4-91b9-4624-baff-3169abccb4a7" providerId="ADAL" clId="{B013E436-0372-4A96-927B-CE650278F4A7}" dt="2026-09-10T21:32:18.301" v="6550" actId="171"/>
          <ac:picMkLst>
            <pc:docMk/>
            <pc:sldMk cId="1146454351" sldId="329"/>
            <ac:picMk id="3" creationId="{AA47FCF5-6E20-B50E-54D2-7AF81339BE29}"/>
          </ac:picMkLst>
        </pc:picChg>
        <pc:picChg chg="ord">
          <ac:chgData name="Szerémi Éva Krisztina" userId="6a311ac4-91b9-4624-baff-3169abccb4a7" providerId="ADAL" clId="{B013E436-0372-4A96-927B-CE650278F4A7}" dt="2026-09-10T21:32:13.907" v="6547" actId="171"/>
          <ac:picMkLst>
            <pc:docMk/>
            <pc:sldMk cId="1146454351" sldId="329"/>
            <ac:picMk id="11" creationId="{71D5D2FC-6C55-5B50-1316-C37FAA5DEACE}"/>
          </ac:picMkLst>
        </pc:picChg>
      </pc:sldChg>
      <pc:sldChg chg="modSp add mod">
        <pc:chgData name="Szerémi Éva Krisztina" userId="6a311ac4-91b9-4624-baff-3169abccb4a7" providerId="ADAL" clId="{B013E436-0372-4A96-927B-CE650278F4A7}" dt="2026-09-10T21:53:52.787" v="6849" actId="14100"/>
        <pc:sldMkLst>
          <pc:docMk/>
          <pc:sldMk cId="2254701975" sldId="330"/>
        </pc:sldMkLst>
        <pc:spChg chg="mod">
          <ac:chgData name="Szerémi Éva Krisztina" userId="6a311ac4-91b9-4624-baff-3169abccb4a7" providerId="ADAL" clId="{B013E436-0372-4A96-927B-CE650278F4A7}" dt="2026-09-10T21:35:34.631" v="6761" actId="20577"/>
          <ac:spMkLst>
            <pc:docMk/>
            <pc:sldMk cId="2254701975" sldId="330"/>
            <ac:spMk id="4" creationId="{8BECC988-AE4B-3829-4083-A16AB3D17173}"/>
          </ac:spMkLst>
        </pc:spChg>
        <pc:spChg chg="mod">
          <ac:chgData name="Szerémi Éva Krisztina" userId="6a311ac4-91b9-4624-baff-3169abccb4a7" providerId="ADAL" clId="{B013E436-0372-4A96-927B-CE650278F4A7}" dt="2026-09-10T21:53:52.787" v="6849" actId="14100"/>
          <ac:spMkLst>
            <pc:docMk/>
            <pc:sldMk cId="2254701975" sldId="330"/>
            <ac:spMk id="12" creationId="{EB96E035-29AD-0CAB-7E5C-0C0A50605415}"/>
          </ac:spMkLst>
        </pc:spChg>
      </pc:sldChg>
      <pc:sldMasterChg chg="delSp mod">
        <pc:chgData name="Szerémi Éva Krisztina" userId="6a311ac4-91b9-4624-baff-3169abccb4a7" providerId="ADAL" clId="{B013E436-0372-4A96-927B-CE650278F4A7}" dt="2026-08-31T07:51:25.234" v="23" actId="478"/>
        <pc:sldMasterMkLst>
          <pc:docMk/>
          <pc:sldMasterMk cId="3766415223" sldId="2147483648"/>
        </pc:sldMasterMkLst>
      </pc:sldMasterChg>
    </pc:docChg>
  </pc:docChgLst>
  <pc:docChgLst>
    <pc:chgData clId="Web-{391E32E0-C117-4C91-F600-056E116101D6}"/>
    <pc:docChg chg="sldOrd">
      <pc:chgData name="" userId="" providerId="" clId="Web-{391E32E0-C117-4C91-F600-056E116101D6}" dt="2026-08-31T06:37:23.425" v="0"/>
      <pc:docMkLst>
        <pc:docMk/>
      </pc:docMkLst>
      <pc:sldChg chg="ord">
        <pc:chgData name="" userId="" providerId="" clId="Web-{391E32E0-C117-4C91-F600-056E116101D6}" dt="2026-08-31T06:37:23.425" v="0"/>
        <pc:sldMkLst>
          <pc:docMk/>
          <pc:sldMk cId="2905280329" sldId="257"/>
        </pc:sldMkLst>
      </pc:sldChg>
    </pc:docChg>
  </pc:docChgLst>
  <pc:docChgLst>
    <pc:chgData name="Fülöp Andor Zoltán" userId="191edec3-242b-468e-ae1b-06a98e73b0a9" providerId="ADAL" clId="{50052161-DF3D-4DE0-BCEF-8AE18524FF46}"/>
    <pc:docChg chg="modSld">
      <pc:chgData name="Fülöp Andor Zoltán" userId="191edec3-242b-468e-ae1b-06a98e73b0a9" providerId="ADAL" clId="{50052161-DF3D-4DE0-BCEF-8AE18524FF46}" dt="2026-09-14T18:02:39.941" v="0" actId="167"/>
      <pc:docMkLst>
        <pc:docMk/>
      </pc:docMkLst>
      <pc:sldChg chg="modSp mod">
        <pc:chgData name="Fülöp Andor Zoltán" userId="191edec3-242b-468e-ae1b-06a98e73b0a9" providerId="ADAL" clId="{50052161-DF3D-4DE0-BCEF-8AE18524FF46}" dt="2026-09-14T18:02:39.941" v="0" actId="167"/>
        <pc:sldMkLst>
          <pc:docMk/>
          <pc:sldMk cId="1387224248" sldId="324"/>
        </pc:sldMkLst>
        <pc:spChg chg="ord">
          <ac:chgData name="Fülöp Andor Zoltán" userId="191edec3-242b-468e-ae1b-06a98e73b0a9" providerId="ADAL" clId="{50052161-DF3D-4DE0-BCEF-8AE18524FF46}" dt="2026-09-14T18:02:39.941" v="0" actId="167"/>
          <ac:spMkLst>
            <pc:docMk/>
            <pc:sldMk cId="1387224248" sldId="324"/>
            <ac:spMk id="10" creationId="{EFDA64C0-E73C-D427-1A79-103E8284FC26}"/>
          </ac:spMkLst>
        </pc:spChg>
      </pc:sldChg>
    </pc:docChg>
  </pc:docChgLst>
  <pc:docChgLst>
    <pc:chgData name="Szerémi Éva Krisztina" userId="S::szeremi.krisztina@nje.hu::6a311ac4-91b9-4624-baff-3169abccb4a7" providerId="AD" clId="Web-{0C540A34-9CB9-4B14-B680-C28E416443BE}"/>
    <pc:docChg chg="modSld">
      <pc:chgData name="Szerémi Éva Krisztina" userId="S::szeremi.krisztina@nje.hu::6a311ac4-91b9-4624-baff-3169abccb4a7" providerId="AD" clId="Web-{0C540A34-9CB9-4B14-B680-C28E416443BE}" dt="2026-08-31T09:19:12.783" v="1" actId="20577"/>
      <pc:docMkLst>
        <pc:docMk/>
      </pc:docMkLst>
      <pc:sldChg chg="modSp">
        <pc:chgData name="Szerémi Éva Krisztina" userId="S::szeremi.krisztina@nje.hu::6a311ac4-91b9-4624-baff-3169abccb4a7" providerId="AD" clId="Web-{0C540A34-9CB9-4B14-B680-C28E416443BE}" dt="2026-08-31T09:19:12.783" v="1" actId="20577"/>
        <pc:sldMkLst>
          <pc:docMk/>
          <pc:sldMk cId="1430009449" sldId="259"/>
        </pc:sldMkLst>
        <pc:spChg chg="mod">
          <ac:chgData name="Szerémi Éva Krisztina" userId="S::szeremi.krisztina@nje.hu::6a311ac4-91b9-4624-baff-3169abccb4a7" providerId="AD" clId="Web-{0C540A34-9CB9-4B14-B680-C28E416443BE}" dt="2026-08-31T09:19:12.783" v="1" actId="20577"/>
          <ac:spMkLst>
            <pc:docMk/>
            <pc:sldMk cId="1430009449" sldId="259"/>
            <ac:spMk id="5" creationId="{57FF2223-5944-96E8-D760-C718CD98CA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6C96D-0D66-4123-A347-A7C471E78348}" type="datetimeFigureOut">
              <a:rPr lang="hu-HU" smtClean="0"/>
              <a:t>2026. 09. 16.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9FE54-0EF5-4FB8-82F0-102A759719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741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081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Hét</a:t>
            </a:r>
          </a:p>
          <a:p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Karaktertömbök. Többdimenziós szám és karaktertömbök használata. Karakterkezelő függvények. Struktúra típus deklarálása. Struktúra tömbök használata. Egyszerű feladatok struktúra tömbök használatára. A </a:t>
            </a:r>
            <a:r>
              <a:rPr lang="hu-HU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cin.getline</a:t>
            </a:r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és a </a:t>
            </a:r>
            <a:r>
              <a:rPr lang="hu-HU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cin.ignore</a:t>
            </a:r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függvények használata.</a:t>
            </a:r>
          </a:p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5386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Azonosító: program bizonyos összetevőire (pl. változókra, függvényekre, címkékre,...) névvel hivatkozunk, első karaktere betű vagy _(aláhúzásjel) lehet, a második karaktertől kezdődően betűk, számok és aláhúzásjelek,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Konsatnsok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C++ nyelvben karakteres, logikai, egész, felsorolt és lebegőpontos konstansokat használhatunk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Literál: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sztringkonstansnak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szokás hívni, kettős idézőjelek közé zárt karaktersorozatot jelent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Operátor: olyan (egy vagy több karakterből álló) szimbólumok, amelyek megmondják, hogyan kell feldolgozni az operandusokat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9324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7227-BEAA-B353-9AD4-E1E8828F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9D9DA67-80B6-8869-D45E-BA4D1D5D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5C83D9F-7F1A-3831-8AB1-4E2CE2DC9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Azonosító: program bizonyos összetevőire (pl. változókra, függvényekre, címkékre,...) névvel hivatkozunk, első karaktere betű vagy _(aláhúzásjel) lehet, a második karaktertől kezdődően betűk, számok és aláhúzásjelek,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Konsatnsok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C++ nyelvben karakteres, logikai, egész, felsorolt és lebegőpontos konstansokat használhatunk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Literál: </a:t>
            </a:r>
            <a:r>
              <a:rPr lang="hu-H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sztringkonstansnak</a:t>
            </a:r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szokás hívni, kettős idézőjelek közé zárt karaktersorozatot jelent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hu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Operátor: olyan (egy vagy több karakterből álló) szimbólumok, amelyek megmondják, hogyan kell feldolgozni az operandusokat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DF005CC-9AC1-2D88-295E-0B01EC6AA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7798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*</a:t>
            </a:r>
            <a:r>
              <a:rPr lang="hu-HU" dirty="0" err="1"/>
              <a:t>string</a:t>
            </a:r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531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65DB3-21A5-95F0-5D6B-3A553C0BE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F1E8A70-D5D0-C159-9466-D4AD5C047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7B2EDA-FF4C-46B6-111D-850E4BE5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8BABE-DEF2-4037-A2D8-20CBC918AD0F}" type="datetime1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FF80D5-C68C-71E9-B1D5-CA1E3708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67F548-B096-EA72-2F6C-88E0BD27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09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52E6C8-D11E-174F-97EF-CD3CCE25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392A75-A509-1F8B-8824-3994A1BC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13462E-D8CB-5DC5-CF81-2C489BEE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0B68-5604-4A65-8BB5-4572791C20AA}" type="datetime1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349B4D-13C3-BF93-AAAC-B90B6001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9455785-F48A-1D10-254E-34EDD615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490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6CE5BA-C529-5328-D0D7-96E63C0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E2F5289-5F71-B73A-B570-FE42624FD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2C3236-32A9-316F-CA71-23BBCDD5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D6CF-A68E-4FAE-8529-B3C528FCE0DA}" type="datetime1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30DBC9-3DDA-F421-E393-9431A236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274E5E-2479-99DC-8ED2-93FA951C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151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D4D0DF-F08D-CCB5-F7D7-98CA6918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3FCF6B-56F8-2472-7D60-65096555A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8938CA2-725E-AA4A-9954-D3ABD1BD8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2153DA-9325-0998-8DD2-7072264A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9C10-BEF3-4854-B7FD-9A1FEEA8374C}" type="datetime1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DBE897-B5DA-C082-9264-AEA0D6E9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C5CCE6-7486-77C3-5A2A-6960B99B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90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470C17-4FE9-91ED-EACC-07843BF6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D20A54-3993-56FF-5975-30F170A84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FBEFB48-2FAD-0E0E-27C3-89DFB0235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9B83E5C-25CB-F589-00BC-EF6FD1AF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5BD0DAA-1564-643D-E788-9FA3DEEFE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3B31F11-229D-4F89-C96D-BB0FFB4B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74B0-2D39-41EA-BE53-AF88527E37DB}" type="datetime1">
              <a:rPr lang="hu-HU" smtClean="0"/>
              <a:t>2026. 09. 16.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9C8762-4CC9-219D-FDF4-FF16F971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A97BD4-8F43-FE36-723C-157EA062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09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8409C6-58E1-0B17-84BC-A7BF5F6A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F50B2C6-0965-7FE7-256F-35DF484A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F293-4B7C-49E7-BCEA-79C30F8EADA5}" type="datetime1">
              <a:rPr lang="hu-HU" smtClean="0"/>
              <a:t>2026. 09. 16.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1CEAAC7-E7B7-FC94-CE6F-4520CF85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4CB8F15-100A-612A-C163-245EF795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303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B07239C-B910-E885-1ABE-D8955717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ECE01-0354-4CCC-880A-07F7101B0DF0}" type="datetime1">
              <a:rPr lang="hu-HU" smtClean="0"/>
              <a:t>2026. 09. 16.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CD41839-3FEB-6440-9AEA-9F04D19A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DC65CDD-8195-A990-5CBE-45B6E30F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59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B08881-8FB8-03B0-D82E-FD158361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339028-F76B-B9FB-4827-46C5CA924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D7F99E-95AC-84A3-5DCB-9FE6A03F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7305D40-53D0-ECB9-0B02-F232F82F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936A-8E5C-423E-B08F-AF274CDA1495}" type="datetime1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762E0C-988F-5171-D91A-4F0804CF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BE4CC0-CB48-851A-C173-6CD5651B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888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21B9B6-53FB-15D1-0377-92F1A30C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486E5A-D874-419D-597E-FCDD92D9B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935208-691D-1A36-B9DF-81A7060C1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F73687-DD9F-82B2-31E4-52D9DFDE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A5F0-F61B-452E-91E8-DF9E7C431A1F}" type="datetime1">
              <a:rPr lang="hu-HU" smtClean="0"/>
              <a:t>2026. 09. 16.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8C9DA62-5494-D4D6-FCAB-BD6F6FCB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0261AF-CEB3-E62F-488B-69044FFF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42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0A1BC-EB2B-9E31-D5E0-66CC5153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F8E6FB-483B-74E1-CFDA-64F36F76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3E6EC7-F814-2DFE-F8EB-9D54210D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C9B8-E61B-4F33-B92E-9DA6E45ABC07}" type="datetime1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71630E-B75D-D35E-0C6D-5C22E76D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B0AB13-13E7-46DD-D67F-7BBA4C0A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34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F44C30-01FB-29C6-634A-6F7741120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F7FCB4-22BE-FC60-125B-09262D6F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05CEF5-4A0E-9810-D517-296BD30F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91FF-2E4D-4BE7-9E7A-151130AF6D23}" type="datetime1">
              <a:rPr lang="hu-HU" smtClean="0"/>
              <a:t>2026. 09. 16.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8CB351-41E2-1CD0-0B66-817DDAAF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0C8725-11E6-04B5-C811-A625C746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67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9E1AB17-BBB0-464C-65C0-03403EF5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E9B523-91B1-6D5C-7B24-F852577C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A02792-8FFC-7447-9141-C3DAB8C8B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82B0F-F47C-45A2-8BB0-635C1EDF21F6}" type="datetime1">
              <a:rPr lang="hu-HU" smtClean="0"/>
              <a:t>2026. 09. 16.</a:t>
            </a:fld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7AC88F-89D6-665E-00A7-CE3E53FBE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41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studio.microsoft.com/download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051DA9-E5EA-1275-239E-64F1E7242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98626"/>
          </a:xfrm>
        </p:spPr>
        <p:txBody>
          <a:bodyPr/>
          <a:lstStyle/>
          <a:p>
            <a:r>
              <a:rPr lang="hu-HU"/>
              <a:t>Programozás 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01DDBFB-C0EA-ECD2-D315-78687DC52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7012"/>
            <a:ext cx="9144000" cy="1220788"/>
          </a:xfrm>
        </p:spPr>
        <p:txBody>
          <a:bodyPr/>
          <a:lstStyle/>
          <a:p>
            <a:r>
              <a:rPr lang="hu-HU"/>
              <a:t>Oktató: Szerémi Éva Krisztina</a:t>
            </a:r>
          </a:p>
          <a:p>
            <a:endParaRPr lang="hu-HU"/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40DA322-FB12-F10C-B432-98F8D70C7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sp>
        <p:nvSpPr>
          <p:cNvPr id="6" name="Alcím 2">
            <a:extLst>
              <a:ext uri="{FF2B5EF4-FFF2-40B4-BE49-F238E27FC236}">
                <a16:creationId xmlns:a16="http://schemas.microsoft.com/office/drawing/2014/main" id="{FC4F2B9C-2E41-6463-01A5-A6782CA54D7C}"/>
              </a:ext>
            </a:extLst>
          </p:cNvPr>
          <p:cNvSpPr txBox="1">
            <a:spLocks/>
          </p:cNvSpPr>
          <p:nvPr/>
        </p:nvSpPr>
        <p:spPr>
          <a:xfrm>
            <a:off x="1524000" y="2852226"/>
            <a:ext cx="9144000" cy="1220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cap="all" dirty="0"/>
              <a:t>1. </a:t>
            </a:r>
            <a:r>
              <a:rPr lang="hu-HU" sz="4400" b="1" dirty="0"/>
              <a:t>hét</a:t>
            </a:r>
            <a:endParaRPr lang="hu-HU" sz="4400" b="1" cap="all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C749585-F1F7-05A9-3969-A8F1D9AC5EC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0A14EC99-DDDF-E060-4659-022F34A2F976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F1EB7DA-43C2-9B38-46D7-597A0D5A0681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0136E5C-04F8-BA75-E566-11098EB86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C464005-EDA2-E37F-0D06-D25976E7A0C2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36644B-7BBA-284A-B14A-CD8D16DC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10403" cy="1325563"/>
          </a:xfrm>
        </p:spPr>
        <p:txBody>
          <a:bodyPr/>
          <a:lstStyle/>
          <a:p>
            <a:r>
              <a:rPr lang="hu-HU"/>
              <a:t>óra tartalma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922E85F-2E9E-A574-11DF-D27FC0E0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6270"/>
          </a:xfrm>
        </p:spPr>
        <p:txBody>
          <a:bodyPr>
            <a:normAutofit/>
          </a:bodyPr>
          <a:lstStyle/>
          <a:p>
            <a:pPr lvl="0"/>
            <a:r>
              <a:rPr lang="hu-HU"/>
              <a:t>követelmények, fejlesztőkörnyezet</a:t>
            </a:r>
          </a:p>
          <a:p>
            <a:pPr lvl="0"/>
            <a:r>
              <a:rPr lang="hu-HU"/>
              <a:t>C++ programozási nyelv, program felépítés </a:t>
            </a:r>
          </a:p>
          <a:p>
            <a:pPr lvl="0"/>
            <a:r>
              <a:rPr lang="hu-HU"/>
              <a:t>típusok </a:t>
            </a:r>
          </a:p>
          <a:p>
            <a:pPr lvl="0"/>
            <a:r>
              <a:rPr lang="hu-HU"/>
              <a:t>változók</a:t>
            </a:r>
          </a:p>
          <a:p>
            <a:pPr lvl="0"/>
            <a:r>
              <a:rPr lang="hu-HU"/>
              <a:t>operátorok, kulcsszavak</a:t>
            </a:r>
          </a:p>
          <a:p>
            <a:r>
              <a:rPr lang="hu-HU" err="1"/>
              <a:t>cout</a:t>
            </a:r>
            <a:r>
              <a:rPr lang="hu-HU"/>
              <a:t> utasítás</a:t>
            </a:r>
          </a:p>
          <a:p>
            <a:r>
              <a:rPr lang="hu-HU"/>
              <a:t>cin utasítás</a:t>
            </a:r>
          </a:p>
          <a:p>
            <a:r>
              <a:rPr lang="hu-HU"/>
              <a:t>típuskonverzió </a:t>
            </a:r>
          </a:p>
        </p:txBody>
      </p:sp>
      <p:sp>
        <p:nvSpPr>
          <p:cNvPr id="9" name="Körcikk 8">
            <a:extLst>
              <a:ext uri="{FF2B5EF4-FFF2-40B4-BE49-F238E27FC236}">
                <a16:creationId xmlns:a16="http://schemas.microsoft.com/office/drawing/2014/main" id="{187635BE-D41E-C3CD-ADF3-FD3D18D84BF4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19C65D8-B191-7C8A-7BEC-D94F04BE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A34D47C-A82E-E4C4-54D6-A5439D773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8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3291550-69EA-8BA5-1585-2ACC6126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Tantárgyi információk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E95D294-C096-428B-F466-382ACD185674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540E8B6-F6B0-CCED-1E04-747DCBD57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01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EFEECBC-520F-5CB2-97FD-494821D59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4F3D405-01CC-F23D-85B1-1E211D12E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1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FA4A275-4FAC-F163-058F-8C95FB4A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követelmények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57FF2223-5944-96E8-D760-C718CD98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1474941"/>
            <a:ext cx="8224520" cy="46472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55600" indent="-355600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2 gyakorlati ZH és 2 elméleti ZH (segédanyag nélkül, csak futó kód kerül értékelésre!)</a:t>
            </a:r>
          </a:p>
          <a:p>
            <a:pPr marL="355600" indent="-355600">
              <a:lnSpc>
                <a:spcPct val="120000"/>
              </a:lnSpc>
              <a:spcBef>
                <a:spcPts val="0"/>
              </a:spcBef>
            </a:pPr>
            <a:r>
              <a:rPr lang="hu-HU" u="sng" dirty="0"/>
              <a:t>ideje:</a:t>
            </a:r>
            <a:r>
              <a:rPr lang="hu-HU" dirty="0"/>
              <a:t> 6. hét és 12. hét</a:t>
            </a:r>
          </a:p>
          <a:p>
            <a:pPr marL="355600" indent="-355600">
              <a:lnSpc>
                <a:spcPct val="120000"/>
              </a:lnSpc>
              <a:spcBef>
                <a:spcPts val="0"/>
              </a:spcBef>
            </a:pPr>
            <a:r>
              <a:rPr lang="hu-HU" u="sng" dirty="0"/>
              <a:t>pontozás:</a:t>
            </a:r>
            <a:r>
              <a:rPr lang="hu-HU" dirty="0"/>
              <a:t> 4*25 pont </a:t>
            </a:r>
          </a:p>
          <a:p>
            <a:pPr marL="355600" indent="-355600">
              <a:lnSpc>
                <a:spcPct val="120000"/>
              </a:lnSpc>
              <a:spcBef>
                <a:spcPts val="0"/>
              </a:spcBef>
            </a:pPr>
            <a:r>
              <a:rPr lang="hu-HU" u="sng" dirty="0"/>
              <a:t>teljesítés:</a:t>
            </a:r>
            <a:r>
              <a:rPr lang="hu-HU" dirty="0"/>
              <a:t> min. 50% elméletből és min. 50% gyakorlatból is</a:t>
            </a:r>
          </a:p>
          <a:p>
            <a:pPr marL="355600" indent="-355600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félév során szerzett plusz pontok 50% teljesítés felett számítódnak be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B5571A80-24F8-FC36-3CEE-1A87527DAE3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30BCB1-A75D-CD3E-4128-F146D7223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A4D0E06-E50D-2C95-F5A1-BB5062ADF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7" name="Tartalom helye 4">
            <a:extLst>
              <a:ext uri="{FF2B5EF4-FFF2-40B4-BE49-F238E27FC236}">
                <a16:creationId xmlns:a16="http://schemas.microsoft.com/office/drawing/2014/main" id="{01148A8B-5375-DDBD-99B3-951F56AC9C80}"/>
              </a:ext>
            </a:extLst>
          </p:cNvPr>
          <p:cNvSpPr txBox="1">
            <a:spLocks/>
          </p:cNvSpPr>
          <p:nvPr/>
        </p:nvSpPr>
        <p:spPr>
          <a:xfrm>
            <a:off x="9387840" y="2155158"/>
            <a:ext cx="2458720" cy="3286792"/>
          </a:xfrm>
          <a:prstGeom prst="rect">
            <a:avLst/>
          </a:prstGeom>
          <a:ln>
            <a:solidFill>
              <a:srgbClr val="248BBD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u="sng" dirty="0"/>
              <a:t>Értékelés</a:t>
            </a:r>
            <a:r>
              <a:rPr lang="hu-HU" dirty="0"/>
              <a:t>: </a:t>
            </a:r>
          </a:p>
          <a:p>
            <a:pPr marL="92075" lvl="1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2800" dirty="0"/>
              <a:t>86 - 100% - 5</a:t>
            </a:r>
          </a:p>
          <a:p>
            <a:pPr marL="92075" lvl="1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2800" dirty="0"/>
              <a:t>76 - 85% - 4</a:t>
            </a:r>
          </a:p>
          <a:p>
            <a:pPr marL="92075" lvl="1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2800" dirty="0"/>
              <a:t>61 - 75% - 3</a:t>
            </a:r>
          </a:p>
          <a:p>
            <a:pPr marL="92075" lvl="1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2800" dirty="0"/>
              <a:t>50 - 60% - 2</a:t>
            </a:r>
          </a:p>
          <a:p>
            <a:pPr marL="92075" lvl="1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2800" dirty="0"/>
              <a:t>50% alatt - 1 </a:t>
            </a:r>
          </a:p>
        </p:txBody>
      </p:sp>
    </p:spTree>
    <p:extLst>
      <p:ext uri="{BB962C8B-B14F-4D97-AF65-F5344CB8AC3E}">
        <p14:creationId xmlns:p14="http://schemas.microsoft.com/office/powerpoint/2010/main" val="143000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60F6-4D4E-D7CB-70F9-1E2221B5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AA07965-3DB2-27DE-B9AE-7114F042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 - javítás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A8E9899-E4EB-EC4A-EB71-FADE9AECD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484"/>
            <a:ext cx="10515600" cy="46472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Szorgalmi időszakban:</a:t>
            </a:r>
          </a:p>
          <a:p>
            <a:pPr marL="447675" indent="-265113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13. héten </a:t>
            </a:r>
          </a:p>
          <a:p>
            <a:pPr marL="447675" indent="-265113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elmélet 50 pont és/vagy gyakorlat 50 pont</a:t>
            </a:r>
          </a:p>
          <a:p>
            <a:pPr marL="447675" indent="-265113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a </a:t>
            </a:r>
            <a:r>
              <a:rPr lang="hu-HU" dirty="0" err="1"/>
              <a:t>pótolt</a:t>
            </a:r>
            <a:r>
              <a:rPr lang="hu-HU" dirty="0"/>
              <a:t> rész korábban megszerzett pontszáma </a:t>
            </a:r>
            <a:r>
              <a:rPr lang="hu-HU" dirty="0" err="1"/>
              <a:t>nullázódik</a:t>
            </a:r>
            <a:endParaRPr lang="hu-HU" dirty="0"/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hu-HU" dirty="0"/>
              <a:t>Vizsgaidőszakban 1 alkalom:</a:t>
            </a:r>
          </a:p>
          <a:p>
            <a:pPr marL="447675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csak elégtelent szerzett hallgatók</a:t>
            </a:r>
          </a:p>
          <a:p>
            <a:pPr marL="447675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félév során szerzett minden pont </a:t>
            </a:r>
            <a:r>
              <a:rPr lang="hu-HU" dirty="0" err="1"/>
              <a:t>nullázódik</a:t>
            </a:r>
            <a:endParaRPr lang="hu-HU" dirty="0"/>
          </a:p>
          <a:p>
            <a:pPr marL="447675">
              <a:lnSpc>
                <a:spcPct val="120000"/>
              </a:lnSpc>
              <a:spcBef>
                <a:spcPts val="0"/>
              </a:spcBef>
            </a:pPr>
            <a:r>
              <a:rPr lang="hu-HU" dirty="0"/>
              <a:t>elmélet 50 pont </a:t>
            </a:r>
            <a:r>
              <a:rPr lang="hu-HU" u="sng" dirty="0"/>
              <a:t>és</a:t>
            </a:r>
            <a:r>
              <a:rPr lang="hu-HU" dirty="0"/>
              <a:t> gyakorlat 50 pont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871183F-43FA-DA65-1D9A-EDE1DF53C5D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8B98CB7-E009-5AF6-C9D7-7E60435F7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3335927-E225-E39A-ED24-DD76E4886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8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FFA5-A6C0-EAA0-E6A4-2A27F66D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347F7B8-2655-E9CD-9970-D0191BD6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irodalom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86DD975-8D63-DDCE-3487-3008FC7F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50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hu-HU"/>
              <a:t>Dr. Attila Pásztor, Dr. Csaba Johanyák : </a:t>
            </a:r>
            <a:r>
              <a:rPr lang="hu-HU" i="1"/>
              <a:t>A C++ programozási nyelv alapjai</a:t>
            </a:r>
            <a:endParaRPr lang="hu-HU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hu-HU"/>
              <a:t>Dr. Pásztor Attila, A C++ programozási nyelv alapjai- Oktatási segédanyag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/>
              <a:t>Sams Teach </a:t>
            </a:r>
            <a:r>
              <a:rPr lang="en-US" err="1"/>
              <a:t>Yoursef</a:t>
            </a:r>
            <a:r>
              <a:rPr lang="en-US"/>
              <a:t> C++ in 21 days, Sams Publishing, 2005, International Standard Book Number: 0-672-32711-2</a:t>
            </a:r>
            <a:endParaRPr lang="hu-HU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hu-HU" err="1"/>
              <a:t>Pohl</a:t>
            </a:r>
            <a:r>
              <a:rPr lang="hu-HU"/>
              <a:t> László: A programozás alapjai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hu-HU"/>
              <a:t>Gyakorlatok anyagai: tantárgyi TEAMS csoport</a:t>
            </a:r>
            <a:endParaRPr lang="en-US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664F2F9-CAA5-2422-6855-ADF60520BD7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7FB5C5-FD48-24C9-F414-ACC270787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4181FCF-8ED6-22AC-9A5F-6C787542C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3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242E-4C02-92E9-FB53-EE3E0AE7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371D0BA-83DA-F1D8-A43C-D8AB2349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fejlesztőkörnyezet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60168D8E-A3D0-62E9-4EA5-CD428E71FA00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F439BD4-B808-1BF4-C71B-BEE17826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C2C5FB4-52E2-13BA-1406-6008DC40B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2" name="Tartalom helye 2">
            <a:extLst>
              <a:ext uri="{FF2B5EF4-FFF2-40B4-BE49-F238E27FC236}">
                <a16:creationId xmlns:a16="http://schemas.microsoft.com/office/drawing/2014/main" id="{DDCD8C63-9CD8-3FD0-1752-93C5E13A2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b="1" dirty="0"/>
              <a:t>Visual </a:t>
            </a:r>
            <a:r>
              <a:rPr lang="hu-HU" sz="3200" b="1" dirty="0" err="1"/>
              <a:t>Studio</a:t>
            </a:r>
            <a:r>
              <a:rPr lang="hu-HU" sz="3200" b="1" dirty="0"/>
              <a:t> 2022</a:t>
            </a:r>
            <a:br>
              <a:rPr lang="hu-HU" sz="3200" b="1" dirty="0"/>
            </a:br>
            <a:r>
              <a:rPr lang="hu-HU" b="0" i="0" u="none" strike="noStrike" baseline="0" dirty="0">
                <a:latin typeface="Franklin Gothic Book" panose="020B05030201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https://visualstudio.microsoft.com/downloads/</a:t>
            </a:r>
            <a:endParaRPr lang="hu-HU" b="0" i="0" u="none" strike="noStrike" baseline="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endParaRPr lang="hu-HU" b="1" dirty="0"/>
          </a:p>
          <a:p>
            <a:pPr marL="3227388" indent="-450850"/>
            <a:r>
              <a:rPr lang="hu-HU" sz="2800" dirty="0" err="1"/>
              <a:t>Create</a:t>
            </a:r>
            <a:r>
              <a:rPr lang="hu-HU" sz="2800" dirty="0"/>
              <a:t> a </a:t>
            </a:r>
            <a:r>
              <a:rPr lang="hu-HU" sz="2800" dirty="0" err="1"/>
              <a:t>new</a:t>
            </a:r>
            <a:r>
              <a:rPr lang="hu-HU" sz="2800" dirty="0"/>
              <a:t> project</a:t>
            </a:r>
          </a:p>
          <a:p>
            <a:pPr marL="3227388" indent="-450850"/>
            <a:r>
              <a:rPr lang="hu-HU" sz="2800" i="1" dirty="0"/>
              <a:t>(</a:t>
            </a:r>
            <a:r>
              <a:rPr lang="hu-HU" sz="2800" i="1" dirty="0" err="1"/>
              <a:t>languages</a:t>
            </a:r>
            <a:r>
              <a:rPr lang="hu-HU" sz="2800" i="1" dirty="0"/>
              <a:t> -&gt; C++)</a:t>
            </a:r>
          </a:p>
          <a:p>
            <a:pPr marL="3227388" indent="-450850"/>
            <a:r>
              <a:rPr lang="hu-HU" sz="2800" dirty="0" err="1"/>
              <a:t>Empty</a:t>
            </a:r>
            <a:r>
              <a:rPr lang="hu-HU" sz="2800" dirty="0"/>
              <a:t> Project</a:t>
            </a:r>
          </a:p>
          <a:p>
            <a:pPr marL="3227388" indent="-450850"/>
            <a:r>
              <a:rPr lang="hu-HU" sz="2800" dirty="0"/>
              <a:t>Elnevezés – mentés helye</a:t>
            </a:r>
          </a:p>
          <a:p>
            <a:pPr marL="3227388" indent="-450850"/>
            <a:r>
              <a:rPr lang="hu-HU" sz="2800" dirty="0"/>
              <a:t>Project -&gt; Add New </a:t>
            </a:r>
            <a:r>
              <a:rPr lang="hu-HU" sz="2800" dirty="0" err="1"/>
              <a:t>Item</a:t>
            </a:r>
            <a:endParaRPr lang="hu-HU" sz="2800" dirty="0"/>
          </a:p>
          <a:p>
            <a:pPr marL="3227388" indent="-450850"/>
            <a:r>
              <a:rPr lang="hu-HU" sz="2800" dirty="0"/>
              <a:t>C++ File (.</a:t>
            </a:r>
            <a:r>
              <a:rPr lang="hu-HU" sz="2800" dirty="0" err="1"/>
              <a:t>cpp</a:t>
            </a:r>
            <a:r>
              <a:rPr lang="hu-H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459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0777-424B-43BA-3C2C-DA87281B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519EFDB-4868-7761-30A6-4E0D0E1C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00"/>
            <a:ext cx="10515600" cy="1325563"/>
          </a:xfrm>
        </p:spPr>
        <p:txBody>
          <a:bodyPr/>
          <a:lstStyle/>
          <a:p>
            <a:r>
              <a:rPr lang="hu-HU" dirty="0"/>
              <a:t>féléves témakörök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A9A16D94-C2C6-7505-EAAD-4AFADCE82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384800"/>
          </a:xfrm>
        </p:spPr>
        <p:txBody>
          <a:bodyPr>
            <a:noAutofit/>
          </a:bodyPr>
          <a:lstStyle/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C++ programok felépítése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alapvető be-, és kimeneti parancsok, elemi adattípusok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aritmetikai, logikai és relációs operátorok, típuskonverziók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vezérlési struktúrák: elágazások, ciklusok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tömbök, többdimenziós tömbök</a:t>
            </a:r>
            <a:r>
              <a:rPr lang="en-GB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 err="1"/>
              <a:t>sztringek</a:t>
            </a:r>
            <a:r>
              <a:rPr lang="hu-HU" sz="2700" dirty="0"/>
              <a:t>, karaktertömbök</a:t>
            </a:r>
            <a:r>
              <a:rPr lang="en-GB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struktúratípus, struktúratömbök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mutató-, és referenciatípusok</a:t>
            </a:r>
            <a:r>
              <a:rPr lang="en-US" sz="2700" dirty="0"/>
              <a:t>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függvények, </a:t>
            </a:r>
            <a:r>
              <a:rPr lang="hu-HU" sz="2700" dirty="0" err="1"/>
              <a:t>inline</a:t>
            </a:r>
            <a:r>
              <a:rPr lang="hu-HU" sz="2700" dirty="0"/>
              <a:t> függvények​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szövegfájlok kezelése</a:t>
            </a:r>
            <a:endParaRPr lang="en-US" sz="2700" dirty="0"/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vektorok </a:t>
            </a:r>
          </a:p>
          <a:p>
            <a:pPr lvl="0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hu-HU" sz="2700" dirty="0"/>
              <a:t>rekurzió</a:t>
            </a:r>
            <a:endParaRPr lang="en-GB" sz="2700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46AD07F-006D-8224-9CD4-101D7A08B7A4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9E3C97-A53F-C83B-1E1A-18249F451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50442EF-C8DA-6006-7611-2D26A78B7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3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2418-9884-5691-0F05-B5151E1C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019973-DDC6-97B2-6724-E0389449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C++ program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3D72F80-4BF6-16E1-E271-FCE787DCCE21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45AB9B1-29E9-93E6-91D9-3DB1C3BC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02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0A3C8F1-FC93-BD7D-A11B-3F982B6C9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47C8CEC-97D6-0ED0-7B8E-31E469A06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7114-E65E-58B0-1D08-350BDA46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31D4460-F083-2A57-405C-A9858382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C++ nyelv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82A88B42-5B20-A8B2-0CBF-8EF94F020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1571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dirty="0"/>
              <a:t>általános célú</a:t>
            </a:r>
          </a:p>
          <a:p>
            <a:pPr>
              <a:lnSpc>
                <a:spcPct val="100000"/>
              </a:lnSpc>
            </a:pPr>
            <a:r>
              <a:rPr lang="hu-HU" dirty="0"/>
              <a:t>statikusan típusos</a:t>
            </a:r>
          </a:p>
          <a:p>
            <a:pPr>
              <a:lnSpc>
                <a:spcPct val="100000"/>
              </a:lnSpc>
            </a:pPr>
            <a:r>
              <a:rPr lang="hu-HU" dirty="0"/>
              <a:t>magas szintű</a:t>
            </a:r>
          </a:p>
          <a:p>
            <a:pPr>
              <a:lnSpc>
                <a:spcPct val="100000"/>
              </a:lnSpc>
            </a:pPr>
            <a:r>
              <a:rPr lang="hu-HU" dirty="0"/>
              <a:t>több paradigmás </a:t>
            </a:r>
          </a:p>
          <a:p>
            <a:pPr lvl="2">
              <a:lnSpc>
                <a:spcPct val="100000"/>
              </a:lnSpc>
            </a:pPr>
            <a:r>
              <a:rPr lang="hu-HU" sz="2800" dirty="0"/>
              <a:t>procedurális </a:t>
            </a:r>
          </a:p>
          <a:p>
            <a:pPr lvl="2">
              <a:lnSpc>
                <a:spcPct val="100000"/>
              </a:lnSpc>
            </a:pPr>
            <a:r>
              <a:rPr lang="hu-HU" sz="2800" dirty="0"/>
              <a:t>OOP</a:t>
            </a:r>
          </a:p>
          <a:p>
            <a:pPr>
              <a:lnSpc>
                <a:spcPct val="100000"/>
              </a:lnSpc>
            </a:pPr>
            <a:r>
              <a:rPr lang="hu-HU" dirty="0" err="1"/>
              <a:t>case</a:t>
            </a:r>
            <a:r>
              <a:rPr lang="hu-HU" dirty="0"/>
              <a:t> </a:t>
            </a:r>
            <a:r>
              <a:rPr lang="hu-HU" dirty="0" err="1"/>
              <a:t>sensitive</a:t>
            </a: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17B3413-A56B-DC4F-522C-DC21045A6E7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30E2F33-5280-0A53-DB8B-48238BE7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AD911AAE-F56C-5DD7-7005-0B0B378C3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2" name="Kép 1" descr="C++ – Wikipédia">
            <a:extLst>
              <a:ext uri="{FF2B5EF4-FFF2-40B4-BE49-F238E27FC236}">
                <a16:creationId xmlns:a16="http://schemas.microsoft.com/office/drawing/2014/main" id="{F50D33B0-33A8-9551-C26A-586C15917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280" y="1690688"/>
            <a:ext cx="29146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1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A0E3-FD24-FA62-F346-5CA5393F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0063F71-2909-7E8B-0CAC-FC8A7E3D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C++ alapelemei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444CE56-69CB-1ED9-691B-2AF56AB0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dirty="0"/>
              <a:t>jelkészlet</a:t>
            </a:r>
          </a:p>
          <a:p>
            <a:pPr>
              <a:lnSpc>
                <a:spcPct val="100000"/>
              </a:lnSpc>
            </a:pPr>
            <a:r>
              <a:rPr lang="hu-HU" dirty="0"/>
              <a:t>azonosító – foglalt szavak</a:t>
            </a:r>
          </a:p>
          <a:p>
            <a:pPr>
              <a:lnSpc>
                <a:spcPct val="100000"/>
              </a:lnSpc>
            </a:pPr>
            <a:r>
              <a:rPr lang="hu-HU" dirty="0"/>
              <a:t>konstansok – numerikus, szöveges</a:t>
            </a:r>
          </a:p>
          <a:p>
            <a:pPr>
              <a:lnSpc>
                <a:spcPct val="100000"/>
              </a:lnSpc>
            </a:pPr>
            <a:r>
              <a:rPr lang="hu-HU" dirty="0"/>
              <a:t>literál</a:t>
            </a:r>
          </a:p>
          <a:p>
            <a:pPr>
              <a:lnSpc>
                <a:spcPct val="100000"/>
              </a:lnSpc>
            </a:pPr>
            <a:r>
              <a:rPr lang="hu-HU" dirty="0"/>
              <a:t>megjegyzés - //; /*…*/</a:t>
            </a:r>
          </a:p>
          <a:p>
            <a:pPr>
              <a:lnSpc>
                <a:spcPct val="100000"/>
              </a:lnSpc>
            </a:pPr>
            <a:r>
              <a:rPr lang="hu-HU" dirty="0"/>
              <a:t>operátor</a:t>
            </a:r>
          </a:p>
          <a:p>
            <a:pPr marL="0" indent="0">
              <a:lnSpc>
                <a:spcPct val="100000"/>
              </a:lnSpc>
              <a:buNone/>
            </a:pP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1C533E5-9059-2FDE-500A-47D28A70F27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09FA32C-8FCD-BACF-B5E0-18AEFA1FE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209586B-01A2-A62F-D20C-64ED15914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1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02D8-E382-5535-5CB1-2D613713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4C05162-7D79-0541-2A88-94802691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9" y="48779"/>
            <a:ext cx="10515600" cy="1325563"/>
          </a:xfrm>
        </p:spPr>
        <p:txBody>
          <a:bodyPr/>
          <a:lstStyle/>
          <a:p>
            <a:r>
              <a:rPr lang="hu-HU" dirty="0"/>
              <a:t>foglalt szavak/ kulcsszavak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FF9A077-E598-F768-AA2E-E58AC6C76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4937443"/>
          </a:xfrm>
        </p:spPr>
        <p:txBody>
          <a:bodyPr/>
          <a:lstStyle/>
          <a:p>
            <a:r>
              <a:rPr lang="hu-HU" b="1" dirty="0"/>
              <a:t>olyan szavak, melyeket</a:t>
            </a:r>
            <a:r>
              <a:rPr lang="hu-HU" dirty="0"/>
              <a:t> nem lehet átdefiniálni, új jelentéssel ellátni, vagyis nem használhatók azonosítóként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A8DF99D-C071-3D13-08C8-DB67B4AF5711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5BDB8FB-6D03-DCF3-82B7-7F83D2440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7DC1900-ED30-0FAB-D595-A66D75F38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8998DD3-FC3B-ED76-BC2A-751398A9C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598" y="2184400"/>
            <a:ext cx="8917739" cy="42260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99990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AD4F-62CE-D697-4EE4-DBE748CE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51B2B8D-EB39-D4A6-31FA-CB233571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60"/>
            <a:ext cx="10515600" cy="1325563"/>
          </a:xfrm>
        </p:spPr>
        <p:txBody>
          <a:bodyPr/>
          <a:lstStyle/>
          <a:p>
            <a:r>
              <a:rPr lang="hu-HU" dirty="0"/>
              <a:t>C++ program szerkezete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D68EA84-9B59-FD9F-B9D8-000539917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4866323"/>
          </a:xfrm>
        </p:spPr>
        <p:txBody>
          <a:bodyPr/>
          <a:lstStyle/>
          <a:p>
            <a:r>
              <a:rPr lang="hu-HU" dirty="0"/>
              <a:t>deklarációs állományok - #include</a:t>
            </a:r>
          </a:p>
          <a:p>
            <a:r>
              <a:rPr lang="hu-HU" dirty="0"/>
              <a:t>main() függvény </a:t>
            </a:r>
          </a:p>
          <a:p>
            <a:r>
              <a:rPr lang="hu-HU" dirty="0"/>
              <a:t>pontosvessző és zárójelek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DCD35C78-9273-584C-FA4B-B6AFFF50D03E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138164E-99A4-82D2-6E18-600F8BBBC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4E28A41-0AAC-D884-40F0-352465CA9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4E6DC5CE-ACCD-0B14-3E82-633809AB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20" y="2829502"/>
            <a:ext cx="9048296" cy="397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4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8DD6-5420-CE1B-9307-C7BB01F4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rtalom helye 2">
            <a:extLst>
              <a:ext uri="{FF2B5EF4-FFF2-40B4-BE49-F238E27FC236}">
                <a16:creationId xmlns:a16="http://schemas.microsoft.com/office/drawing/2014/main" id="{2C347AFE-C293-0E09-D9F5-8497D994D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60" y="1481034"/>
            <a:ext cx="10898459" cy="4332552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#include</a:t>
            </a:r>
            <a:r>
              <a:rPr lang="hu-HU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&lt;iostream&gt;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		//</a:t>
            </a:r>
            <a:r>
              <a:rPr lang="hu-HU" sz="26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iostream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header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fájl használata</a:t>
            </a:r>
            <a:endParaRPr lang="hu-HU" sz="26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using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namespace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std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  	</a:t>
            </a:r>
            <a:r>
              <a:rPr lang="hu-H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//standard névtér használata</a:t>
            </a:r>
            <a:endParaRPr lang="hu-HU" sz="26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main()			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//program belépési pont</a:t>
            </a:r>
            <a:endParaRPr lang="hu-HU" sz="26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				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//programtörzs (main függvény) kezdete</a:t>
            </a:r>
            <a:endParaRPr lang="hu-HU" sz="26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hu-H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setlocale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hu-HU" sz="26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LC_ALL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hu-HU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"HUN"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     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//magyar karakterkészlet</a:t>
            </a:r>
            <a:endParaRPr lang="hu-HU" sz="2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hu-H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"Hell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ó!</a:t>
            </a:r>
            <a:r>
              <a:rPr lang="hu-HU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endl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 	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//szöveg kiírása</a:t>
            </a:r>
            <a:endParaRPr lang="hu-HU" sz="2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hu-HU" sz="2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0;		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				</a:t>
            </a:r>
            <a:r>
              <a:rPr lang="hu-HU" sz="2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//programtörzs (main függvény) vége</a:t>
            </a:r>
            <a:endParaRPr lang="hu-HU" sz="26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B0C7167-B004-D612-83B6-5308299D7BD4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CC11C75E-5E0B-8C1E-2F50-EB6534DD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60"/>
            <a:ext cx="10515600" cy="1325563"/>
          </a:xfrm>
        </p:spPr>
        <p:txBody>
          <a:bodyPr/>
          <a:lstStyle/>
          <a:p>
            <a:r>
              <a:rPr lang="hu-HU" sz="4000" dirty="0"/>
              <a:t>1. példa </a:t>
            </a:r>
            <a:r>
              <a:rPr lang="hu-HU" sz="2800" dirty="0"/>
              <a:t>- A program kiírja, hogy Helló!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89E9CFA-5BB5-033F-C36F-87D3BBBDC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DA99B48-E585-2A46-0003-BDEC0EB70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2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9BAD-EC4D-9140-736C-9D7DCFFB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C5908C6-31C8-FA92-652D-40FC66CA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 dirty="0"/>
              <a:t>Változók, adattípusok 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2C9A4828-518C-6D4A-CF1E-5E3F7387D0C9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B294032-907C-56E6-1B05-97D774C58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03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E1E8B4E-926D-6802-8B5B-767D3DE8C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1C34D60-4CF9-20A0-8286-A2C992CD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1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42FD-D685-377B-2986-7D22E868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F342EF3-C686-7C84-3D48-8BDC64FB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-72160"/>
            <a:ext cx="10515600" cy="1325563"/>
          </a:xfrm>
        </p:spPr>
        <p:txBody>
          <a:bodyPr/>
          <a:lstStyle/>
          <a:p>
            <a:r>
              <a:rPr lang="hu-HU" dirty="0"/>
              <a:t>változó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4B26396-702F-507D-D855-595A349DE00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B3113EC-5A32-E438-36F5-D533F404C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016000"/>
            <a:ext cx="11399520" cy="525047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hu-HU" u="sng" dirty="0"/>
              <a:t>fogalma</a:t>
            </a:r>
            <a:r>
              <a:rPr lang="hu-HU" dirty="0"/>
              <a:t>: névvel ellátott memóriahely, melyben egyetlen megadott típusú adat tárolható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hu-HU" b="1" u="sng" dirty="0"/>
              <a:t>neve (azonosító)</a:t>
            </a:r>
            <a:r>
              <a:rPr lang="hu-HU" b="1" dirty="0"/>
              <a:t>:</a:t>
            </a:r>
            <a:r>
              <a:rPr lang="hu-HU" dirty="0"/>
              <a:t> ezzel hivatkozunk a memóriaterületre a kódban; első karaktere betű vagy _(aláhúzásjel) lehet, a második karaktertől kezdődően betűk, számok és aláhúzásjelek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hu-HU" b="1" u="sng" dirty="0"/>
              <a:t>típusa</a:t>
            </a:r>
            <a:r>
              <a:rPr lang="hu-HU" b="1" dirty="0"/>
              <a:t>:</a:t>
            </a:r>
            <a:r>
              <a:rPr lang="hu-HU" dirty="0"/>
              <a:t> meghatározza, hogy milyen fajta adatot (pl.: egész szám, tizedestört, karakter) tárolhat a változó, valamint mennyi memóriát foglal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hu-HU" b="1" u="sng" dirty="0"/>
              <a:t>értéke</a:t>
            </a:r>
            <a:r>
              <a:rPr lang="hu-HU" b="1" dirty="0"/>
              <a:t>:</a:t>
            </a:r>
            <a:r>
              <a:rPr lang="hu-HU" dirty="0"/>
              <a:t> az az aktuális adat, ami a memóriában a változó alatt meg van adva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hu-HU" b="1" u="sng" dirty="0"/>
              <a:t>hatóköre</a:t>
            </a:r>
            <a:r>
              <a:rPr lang="hu-HU" b="1" dirty="0"/>
              <a:t>: a</a:t>
            </a:r>
            <a:r>
              <a:rPr lang="hu-HU" dirty="0"/>
              <a:t>z a programrészlet, ahol a változó látható és elérhető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6012543-FAF2-7B06-A434-9DD31B993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C9A0C8F-AFC6-AF01-736B-9A2950BBA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49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0308-9752-C497-FC7F-4E7DFEC4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D280286-837D-6E3E-E950-D5E8FE3F2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00"/>
            <a:ext cx="10515600" cy="1325563"/>
          </a:xfrm>
        </p:spPr>
        <p:txBody>
          <a:bodyPr/>
          <a:lstStyle/>
          <a:p>
            <a:r>
              <a:rPr lang="hu-HU" dirty="0"/>
              <a:t>alaptípusok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431F001-E7AC-951C-E12A-1F89AADBDFBC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703DEB2-BEB8-029A-6FA7-38E354960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EF05557-6119-9BCA-3426-6AF4E066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A2D58B7C-72D9-1A5B-E520-C7BF365ED458}"/>
              </a:ext>
            </a:extLst>
          </p:cNvPr>
          <p:cNvSpPr txBox="1"/>
          <p:nvPr/>
        </p:nvSpPr>
        <p:spPr>
          <a:xfrm>
            <a:off x="838200" y="1477328"/>
            <a:ext cx="10716411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(logikai): 1 bájt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(karakter): 1 bájt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 (rövid egész): legalább 2 bájt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(egész): 4 bájt 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 (hosszú egész): 4 vagy 8 bájt (rendszertől függően)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 (nagyon hosszú egész): legalább 8 bájt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(egyszerű pontos lebegőpontos): 4 bájt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28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hu-HU" sz="28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(dupla pontos lebegőpontos): 8 bájt</a:t>
            </a:r>
          </a:p>
        </p:txBody>
      </p:sp>
    </p:spTree>
    <p:extLst>
      <p:ext uri="{BB962C8B-B14F-4D97-AF65-F5344CB8AC3E}">
        <p14:creationId xmlns:p14="http://schemas.microsoft.com/office/powerpoint/2010/main" val="1347001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1D75-7142-7065-3B3E-27D9D147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F839D53-5F10-453B-D5FD-E67F82200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7"/>
            <a:ext cx="10515600" cy="1325563"/>
          </a:xfrm>
        </p:spPr>
        <p:txBody>
          <a:bodyPr/>
          <a:lstStyle/>
          <a:p>
            <a:r>
              <a:rPr lang="hu-HU" dirty="0"/>
              <a:t>változó definiálása, deklarálása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6D395A06-0528-F3BD-BB03-D7B8E13B6FD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B1568359-8040-0865-5CA6-08DA379F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60" y="1330960"/>
            <a:ext cx="11216640" cy="51104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hu-HU" u="sng" dirty="0"/>
              <a:t>definiálás</a:t>
            </a:r>
            <a:r>
              <a:rPr lang="hu-HU" dirty="0"/>
              <a:t>: </a:t>
            </a:r>
            <a:r>
              <a:rPr lang="hu-HU" i="1" dirty="0"/>
              <a:t>típus név;</a:t>
            </a:r>
          </a:p>
          <a:p>
            <a:pPr marL="2784475">
              <a:buClr>
                <a:schemeClr val="tx1"/>
              </a:buClr>
            </a:pP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kor;</a:t>
            </a:r>
          </a:p>
          <a:p>
            <a:pPr marL="2784475">
              <a:buClr>
                <a:schemeClr val="tx1"/>
              </a:buClr>
            </a:pP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char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_varos;</a:t>
            </a:r>
          </a:p>
          <a:p>
            <a:pPr marL="2784475">
              <a:buClr>
                <a:schemeClr val="tx1"/>
              </a:buClr>
            </a:pP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float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sor26;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hu-HU" u="sng" dirty="0"/>
              <a:t>inicializálás</a:t>
            </a:r>
            <a:r>
              <a:rPr lang="hu-HU" dirty="0"/>
              <a:t>: </a:t>
            </a:r>
            <a:r>
              <a:rPr lang="hu-HU" i="1" dirty="0"/>
              <a:t>típus név = kezdőérték;</a:t>
            </a:r>
          </a:p>
          <a:p>
            <a:pPr marL="2784475">
              <a:buClr>
                <a:schemeClr val="tx1"/>
              </a:buClr>
            </a:pP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kor = 28;</a:t>
            </a:r>
          </a:p>
          <a:p>
            <a:pPr marL="2784475">
              <a:buClr>
                <a:schemeClr val="tx1"/>
              </a:buClr>
            </a:pP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char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_varos = </a:t>
            </a:r>
            <a:r>
              <a:rPr lang="hu-HU" sz="2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'B'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 marL="2784475">
              <a:buClr>
                <a:schemeClr val="tx1"/>
              </a:buClr>
            </a:pP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float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sor26 = 24.6;</a:t>
            </a:r>
          </a:p>
          <a:p>
            <a:pPr marL="2784475">
              <a:buClr>
                <a:schemeClr val="tx1"/>
              </a:buClr>
            </a:pP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x, y, z = 10;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06FDBD2-5ECF-C75D-F4B8-509571ABA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10D99BB-7A0E-E628-B981-8BA2766D8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38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9E90-047E-6578-862D-B680757F6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9E4CDB9-C708-BE3E-513E-6AD6DB4B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7"/>
            <a:ext cx="10515600" cy="1325563"/>
          </a:xfrm>
        </p:spPr>
        <p:txBody>
          <a:bodyPr/>
          <a:lstStyle/>
          <a:p>
            <a:r>
              <a:rPr lang="hu-HU" dirty="0"/>
              <a:t>változó értékadás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D7E61EB1-3CEF-ACB4-89B0-1AEA7CF963B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48538002-10BE-65E2-52C5-FD63F1373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039"/>
            <a:ext cx="11216640" cy="4965997"/>
          </a:xfrm>
        </p:spPr>
        <p:txBody>
          <a:bodyPr>
            <a:noAutofit/>
          </a:bodyPr>
          <a:lstStyle/>
          <a:p>
            <a:pPr lvl="0" fontAlgn="base">
              <a:lnSpc>
                <a:spcPct val="110000"/>
              </a:lnSpc>
              <a:spcBef>
                <a:spcPts val="0"/>
              </a:spcBef>
            </a:pPr>
            <a:r>
              <a:rPr lang="hu-HU" dirty="0"/>
              <a:t>inicializálással: kezdőértékadás</a:t>
            </a:r>
            <a:r>
              <a:rPr lang="en-US" dirty="0"/>
              <a:t>​</a:t>
            </a:r>
          </a:p>
          <a:p>
            <a:pPr lvl="0" fontAlgn="base">
              <a:lnSpc>
                <a:spcPct val="110000"/>
              </a:lnSpc>
              <a:spcBef>
                <a:spcPts val="1200"/>
              </a:spcBef>
            </a:pPr>
            <a:r>
              <a:rPr lang="hu-HU" dirty="0"/>
              <a:t>direkt értékadással</a:t>
            </a:r>
            <a:r>
              <a:rPr lang="en-US" dirty="0"/>
              <a:t>​</a:t>
            </a:r>
            <a:r>
              <a:rPr lang="hu-HU" dirty="0"/>
              <a:t>: </a:t>
            </a:r>
            <a:r>
              <a:rPr lang="hu-HU" sz="3400" b="1" i="1" dirty="0"/>
              <a:t>=</a:t>
            </a:r>
            <a:r>
              <a:rPr lang="hu-HU" i="1" dirty="0"/>
              <a:t> </a:t>
            </a:r>
            <a:r>
              <a:rPr lang="hu-HU" dirty="0"/>
              <a:t>(értékadó operátor)</a:t>
            </a:r>
          </a:p>
          <a:p>
            <a:pPr marL="1431925"/>
            <a:r>
              <a:rPr lang="hu-HU" sz="2800" dirty="0"/>
              <a:t>konkrét érték: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x;</a:t>
            </a:r>
            <a:r>
              <a:rPr lang="hu-HU" sz="2800" i="1" dirty="0"/>
              <a:t> …</a:t>
            </a:r>
            <a:r>
              <a:rPr lang="en-US" sz="2800" i="1" dirty="0"/>
              <a:t>​</a:t>
            </a:r>
            <a:br>
              <a:rPr lang="en-US" sz="2800" i="1" dirty="0"/>
            </a:br>
            <a:r>
              <a:rPr lang="hu-HU" sz="2800" i="1" dirty="0"/>
              <a:t>		</a:t>
            </a:r>
            <a:r>
              <a:rPr lang="hu-HU" i="1" dirty="0"/>
              <a:t>	   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x = 3;</a:t>
            </a:r>
          </a:p>
          <a:p>
            <a:pPr marL="1431925"/>
            <a:r>
              <a:rPr lang="hu-HU" sz="2800" dirty="0"/>
              <a:t>számítás eredménye: 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y = a * b;</a:t>
            </a:r>
          </a:p>
          <a:p>
            <a:pPr marL="1431925"/>
            <a:r>
              <a:rPr lang="hu-HU" sz="2800" dirty="0"/>
              <a:t>függvény visszatérési érték: 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800" dirty="0" err="1">
                <a:solidFill>
                  <a:srgbClr val="996633"/>
                </a:solidFill>
                <a:effectLst/>
                <a:latin typeface="Cascadia Mono" panose="020B0609020000020004" pitchFamily="49" charset="0"/>
              </a:rPr>
              <a:t>negativ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a){…}</a:t>
            </a:r>
            <a:b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					   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k = </a:t>
            </a:r>
            <a:r>
              <a:rPr lang="hu-HU" sz="2800" dirty="0" err="1">
                <a:solidFill>
                  <a:srgbClr val="996633"/>
                </a:solidFill>
                <a:effectLst/>
                <a:latin typeface="Cascadia Mono" panose="020B0609020000020004" pitchFamily="49" charset="0"/>
              </a:rPr>
              <a:t>negativ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(6.91);</a:t>
            </a:r>
            <a:endParaRPr lang="en-US" sz="2800" i="1" dirty="0"/>
          </a:p>
          <a:p>
            <a:r>
              <a:rPr lang="hu-HU" dirty="0"/>
              <a:t>beolvasással</a:t>
            </a:r>
            <a:r>
              <a:rPr lang="en-US" dirty="0"/>
              <a:t>​</a:t>
            </a:r>
            <a:r>
              <a:rPr lang="hu-HU" dirty="0"/>
              <a:t>: </a:t>
            </a:r>
            <a:r>
              <a:rPr lang="hu-HU" sz="28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float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r;</a:t>
            </a:r>
            <a:b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</a:b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	    </a:t>
            </a:r>
            <a:r>
              <a:rPr lang="hu-HU" sz="2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cin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8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r;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8E4644C-E18F-0F69-42DD-8A0DA5B31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E4EC72F-9E42-5BC0-2AB4-13532B5A1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9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3CCC-CC90-ADC5-54B8-A2CFBD34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89FA5C0-BD79-062C-E4BF-12F26E0E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 dirty="0"/>
              <a:t>Operátorok  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7B4CC58E-5BC6-AC8B-6471-3A9995682786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2488A9F-3A79-8DB3-50B5-0E8B72C2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04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1E4745-459E-4178-3DB4-38939729B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A767480-1EF6-09D4-DDB8-B149E8A92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93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64CF-B47F-1F33-E3DF-B69B96B1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FEA0915-9124-875A-94BC-E94FA98D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9600"/>
            <a:ext cx="10515600" cy="1325563"/>
          </a:xfrm>
        </p:spPr>
        <p:txBody>
          <a:bodyPr/>
          <a:lstStyle/>
          <a:p>
            <a:r>
              <a:rPr lang="hu-HU" dirty="0"/>
              <a:t>operátor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DF48EE4A-72C1-C3E4-CBAE-C430E8C5F27B}"/>
              </a:ext>
            </a:extLst>
          </p:cNvPr>
          <p:cNvSpPr txBox="1">
            <a:spLocks/>
          </p:cNvSpPr>
          <p:nvPr/>
        </p:nvSpPr>
        <p:spPr>
          <a:xfrm>
            <a:off x="741680" y="1503680"/>
            <a:ext cx="10861039" cy="4643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fogalma</a:t>
            </a:r>
            <a:r>
              <a:rPr lang="hu-HU" dirty="0"/>
              <a:t>: egy olyan szimbólum (műveleti jel), amely arra utasítja a fordítóprogramot, hogy valamilyen </a:t>
            </a:r>
            <a:r>
              <a:rPr lang="hu-HU" b="1" dirty="0"/>
              <a:t>matematikai, logikai vagy adatmanipulációs műveletet</a:t>
            </a:r>
            <a:r>
              <a:rPr lang="hu-HU" dirty="0"/>
              <a:t> hajtson végre egy vagy több adaton (az úgynevezett operanduson)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hu-HU" u="sng" dirty="0"/>
              <a:t>szerepei: </a:t>
            </a:r>
          </a:p>
          <a:p>
            <a:pPr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adatfeldolgozás - pl.: összeadás </a:t>
            </a:r>
          </a:p>
          <a:p>
            <a:pPr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döntéshozatal - pl.: nagyobb-e </a:t>
            </a:r>
          </a:p>
          <a:p>
            <a:pPr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adatáramlás vezérlés - pl.: értékadás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FE2667B0-6B8E-F6FD-F48E-2D021CA739D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050FB29B-F36D-A1C8-9452-56113F669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1F25B83-1257-974A-1A90-3B868458B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891326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A4704-44BB-0AFB-BD77-7DA80951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68AAC617-B499-39C3-0D9A-388B1F12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9600"/>
            <a:ext cx="10515600" cy="1325563"/>
          </a:xfrm>
        </p:spPr>
        <p:txBody>
          <a:bodyPr/>
          <a:lstStyle/>
          <a:p>
            <a:r>
              <a:rPr lang="hu-HU" dirty="0"/>
              <a:t>operátor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D4210E1A-1422-30B6-EE2B-AF77429D2A80}"/>
              </a:ext>
            </a:extLst>
          </p:cNvPr>
          <p:cNvSpPr txBox="1">
            <a:spLocks/>
          </p:cNvSpPr>
          <p:nvPr/>
        </p:nvSpPr>
        <p:spPr>
          <a:xfrm>
            <a:off x="828675" y="1259840"/>
            <a:ext cx="11116611" cy="4734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jellemzői:</a:t>
            </a:r>
          </a:p>
          <a:p>
            <a:pPr marL="1076325"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 err="1"/>
              <a:t>precedencia</a:t>
            </a:r>
            <a:r>
              <a:rPr lang="hu-HU" sz="2800" dirty="0"/>
              <a:t>: elsőbbség</a:t>
            </a:r>
          </a:p>
          <a:p>
            <a:pPr marL="1076325"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 err="1"/>
              <a:t>asszocivitás</a:t>
            </a:r>
            <a:r>
              <a:rPr lang="hu-HU" sz="2800" dirty="0"/>
              <a:t>: irányultság, végrehajtási irány</a:t>
            </a:r>
          </a:p>
          <a:p>
            <a:pPr marL="1076325" lvl="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operandusszám: szükséges adatok száma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fajtái:</a:t>
            </a:r>
          </a:p>
          <a:p>
            <a:pPr marL="1076325" lvl="4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aritmetikai</a:t>
            </a:r>
          </a:p>
          <a:p>
            <a:pPr marL="1076325" lvl="4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logikai </a:t>
            </a:r>
          </a:p>
          <a:p>
            <a:pPr marL="1076325" lvl="4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relációs</a:t>
            </a:r>
          </a:p>
          <a:p>
            <a:pPr marL="1076325" lvl="4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léptető</a:t>
            </a:r>
          </a:p>
          <a:p>
            <a:pPr marL="1076325" lvl="4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adatfolyam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03A44203-85D8-A662-A07C-304F920F3C9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DD505CC-F8BE-E16D-67F6-D71ABE0C8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D3AC27F-6CF2-F382-E59E-29111EEDC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038563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AD62-F390-DB63-34F5-73F14AC4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8D12FAE-582F-E527-D3FC-2F0D9B9F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9600"/>
            <a:ext cx="10515600" cy="1325563"/>
          </a:xfrm>
        </p:spPr>
        <p:txBody>
          <a:bodyPr/>
          <a:lstStyle/>
          <a:p>
            <a:r>
              <a:rPr lang="hu-HU" dirty="0"/>
              <a:t>aritmetikai operátorok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626A933E-B6F5-5F83-A5F6-B2E0730974EB}"/>
              </a:ext>
            </a:extLst>
          </p:cNvPr>
          <p:cNvSpPr txBox="1">
            <a:spLocks/>
          </p:cNvSpPr>
          <p:nvPr/>
        </p:nvSpPr>
        <p:spPr>
          <a:xfrm>
            <a:off x="828675" y="1259840"/>
            <a:ext cx="11116611" cy="4734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hu-HU" sz="2800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66E3F43-4EC7-3B18-ABC3-F4FA4CCEE69E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3043C3D-6CFE-1F80-4BCB-013382819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90480C5-66A9-B0DA-3E54-55BFD93CC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76256BE4-8F8C-9E52-E996-F5378B7C3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548906"/>
              </p:ext>
            </p:extLst>
          </p:nvPr>
        </p:nvGraphicFramePr>
        <p:xfrm>
          <a:off x="1823055" y="1409723"/>
          <a:ext cx="8554328" cy="4240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4407">
                  <a:extLst>
                    <a:ext uri="{9D8B030D-6E8A-4147-A177-3AD203B41FA5}">
                      <a16:colId xmlns:a16="http://schemas.microsoft.com/office/drawing/2014/main" val="525051836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607467067"/>
                    </a:ext>
                  </a:extLst>
                </a:gridCol>
                <a:gridCol w="5049521">
                  <a:extLst>
                    <a:ext uri="{9D8B030D-6E8A-4147-A177-3AD203B41FA5}">
                      <a16:colId xmlns:a16="http://schemas.microsoft.com/office/drawing/2014/main" val="1182818864"/>
                    </a:ext>
                  </a:extLst>
                </a:gridCol>
              </a:tblGrid>
              <a:tr h="7848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operátor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operandus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művelet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7454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+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összeadás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821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-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kivonás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193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szorzás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49262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osztás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38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maradékos osztás (</a:t>
                      </a:r>
                      <a:r>
                        <a:rPr lang="hu-HU" sz="2800" dirty="0" err="1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modulo</a:t>
                      </a: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08276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ellentettképzés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69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428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6997-6A9A-4E40-ADE2-55735A12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C232BAF-F7E5-C9A2-F5D4-C8DBC52B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92" y="42635"/>
            <a:ext cx="10515600" cy="1325563"/>
          </a:xfrm>
        </p:spPr>
        <p:txBody>
          <a:bodyPr/>
          <a:lstStyle/>
          <a:p>
            <a:r>
              <a:rPr lang="hu-HU" dirty="0"/>
              <a:t>logikai operátorok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F13B36EB-702E-8F58-992C-CF228B9BE3A3}"/>
              </a:ext>
            </a:extLst>
          </p:cNvPr>
          <p:cNvSpPr txBox="1">
            <a:spLocks/>
          </p:cNvSpPr>
          <p:nvPr/>
        </p:nvSpPr>
        <p:spPr>
          <a:xfrm>
            <a:off x="828675" y="1259840"/>
            <a:ext cx="11116611" cy="4734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hu-HU" sz="2800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727D488-FDE5-25B5-0B50-5B729B58CD8C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E8CDD838-C8D9-F925-0844-BDFB96448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9508571-8B23-F705-DFB1-9EBB7AACF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BB5342D5-0DAB-F3E1-AFEA-C3C585D67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98861"/>
              </p:ext>
            </p:extLst>
          </p:nvPr>
        </p:nvGraphicFramePr>
        <p:xfrm>
          <a:off x="391356" y="1505666"/>
          <a:ext cx="11409287" cy="4295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0253">
                  <a:extLst>
                    <a:ext uri="{9D8B030D-6E8A-4147-A177-3AD203B41FA5}">
                      <a16:colId xmlns:a16="http://schemas.microsoft.com/office/drawing/2014/main" val="525051836"/>
                    </a:ext>
                  </a:extLst>
                </a:gridCol>
                <a:gridCol w="1918396">
                  <a:extLst>
                    <a:ext uri="{9D8B030D-6E8A-4147-A177-3AD203B41FA5}">
                      <a16:colId xmlns:a16="http://schemas.microsoft.com/office/drawing/2014/main" val="3607467067"/>
                    </a:ext>
                  </a:extLst>
                </a:gridCol>
                <a:gridCol w="7840638">
                  <a:extLst>
                    <a:ext uri="{9D8B030D-6E8A-4147-A177-3AD203B41FA5}">
                      <a16:colId xmlns:a16="http://schemas.microsoft.com/office/drawing/2014/main" val="1182818864"/>
                    </a:ext>
                  </a:extLst>
                </a:gridCol>
              </a:tblGrid>
              <a:tr h="8113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operátor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operandus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művelet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74544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&amp;&amp;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logikai „és”: </a:t>
                      </a:r>
                      <a:r>
                        <a:rPr lang="hu-HU" sz="2600" dirty="0"/>
                        <a:t>kifejezés igaz lesz, ha mindkét kifejezés igaz (1), minden más esetben a művelet értéke hamis (0) lesz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8210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>
                          <a:solidFill>
                            <a:sysClr val="windowText" lastClr="000000"/>
                          </a:solidFill>
                          <a:effectLst/>
                        </a:rPr>
                        <a:t>||</a:t>
                      </a:r>
                      <a:endParaRPr lang="hu-HU" sz="2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logikai „vagy”: </a:t>
                      </a:r>
                      <a:r>
                        <a:rPr lang="hu-HU" sz="2600" dirty="0"/>
                        <a:t>kifejezés igaz lesz, ha valamelyik vagy mindkét kifejezés igaz (1), s a művelet értéke hamis(0) lesz, ha mindkét kifejezés hamis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19337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>
                          <a:solidFill>
                            <a:sysClr val="windowText" lastClr="000000"/>
                          </a:solidFill>
                          <a:effectLst/>
                        </a:rPr>
                        <a:t>!</a:t>
                      </a:r>
                      <a:endParaRPr lang="hu-HU" sz="28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logikai „nem”: </a:t>
                      </a:r>
                      <a:r>
                        <a:rPr lang="hu-HU" sz="2600" dirty="0"/>
                        <a:t>1-et ad vissza, ha az operandus 0 és 0-t, ha az operandus értéke 1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49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101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2FCE-56DB-E2C2-BD5B-A654E6A2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825AA2-C9F1-2000-DEDC-3316FF0E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04" y="200818"/>
            <a:ext cx="10515600" cy="1325563"/>
          </a:xfrm>
        </p:spPr>
        <p:txBody>
          <a:bodyPr/>
          <a:lstStyle/>
          <a:p>
            <a:r>
              <a:rPr lang="hu-HU" dirty="0"/>
              <a:t>relációs operátorok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81E7A6FA-A0BC-771E-A625-A1E0FB4504D1}"/>
              </a:ext>
            </a:extLst>
          </p:cNvPr>
          <p:cNvSpPr txBox="1">
            <a:spLocks/>
          </p:cNvSpPr>
          <p:nvPr/>
        </p:nvSpPr>
        <p:spPr>
          <a:xfrm>
            <a:off x="828675" y="1259840"/>
            <a:ext cx="11116611" cy="4734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hu-HU" sz="2800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69B944C6-080E-1B59-6CCD-26218E2EF149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7A60D0DD-2480-E9DA-5221-9F7330C72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62AF83B-B0C7-6218-E39C-1591ECCB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FE975C08-1F43-95A5-18B4-DCBD107D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49192"/>
              </p:ext>
            </p:extLst>
          </p:nvPr>
        </p:nvGraphicFramePr>
        <p:xfrm>
          <a:off x="507104" y="1365163"/>
          <a:ext cx="11340352" cy="4481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6176">
                  <a:extLst>
                    <a:ext uri="{9D8B030D-6E8A-4147-A177-3AD203B41FA5}">
                      <a16:colId xmlns:a16="http://schemas.microsoft.com/office/drawing/2014/main" val="1682760916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4216377549"/>
                    </a:ext>
                  </a:extLst>
                </a:gridCol>
                <a:gridCol w="7844416">
                  <a:extLst>
                    <a:ext uri="{9D8B030D-6E8A-4147-A177-3AD203B41FA5}">
                      <a16:colId xmlns:a16="http://schemas.microsoft.com/office/drawing/2014/main" val="90591052"/>
                    </a:ext>
                  </a:extLst>
                </a:gridCol>
              </a:tblGrid>
              <a:tr h="7379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operátor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operandus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művelet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95889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==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két mennyiség egyenlőségét vizsgálja, nem összetévesztendő az értékadó operátorral! 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77577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!=</a:t>
                      </a:r>
                      <a:endParaRPr lang="hu-HU" sz="2600" b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két mennyiség különbözőségét vizsgálja, szokás „nem egyenlő” operátornak nevezni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7742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&gt; </a:t>
                      </a:r>
                      <a:endParaRPr lang="hu-HU" sz="2600" b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nagyobb operátor, a&gt;b (a nagyobb-e mint b)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0019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&gt;=</a:t>
                      </a:r>
                      <a:endParaRPr lang="hu-HU" sz="2600" b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nagyobb egyenlő operátor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5044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&lt; </a:t>
                      </a:r>
                      <a:endParaRPr lang="hu-HU" sz="2600" b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kisebb operátor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8641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&lt;=</a:t>
                      </a:r>
                      <a:endParaRPr lang="hu-HU" sz="2600" b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kisebb egyenlő operátor</a:t>
                      </a:r>
                      <a:endParaRPr lang="hu-HU" sz="2600" b="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3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756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0739-A63E-8B1E-E7A2-0818E0B7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F6920F6-8F80-432B-6ACE-CB0E7B2D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04" y="200818"/>
            <a:ext cx="10515600" cy="1325563"/>
          </a:xfrm>
        </p:spPr>
        <p:txBody>
          <a:bodyPr/>
          <a:lstStyle/>
          <a:p>
            <a:r>
              <a:rPr lang="hu-HU" dirty="0"/>
              <a:t>léptető operátorok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65E3B588-E2C2-EF72-E29B-F4E90921CFDA}"/>
              </a:ext>
            </a:extLst>
          </p:cNvPr>
          <p:cNvSpPr txBox="1">
            <a:spLocks/>
          </p:cNvSpPr>
          <p:nvPr/>
        </p:nvSpPr>
        <p:spPr>
          <a:xfrm>
            <a:off x="649453" y="4338320"/>
            <a:ext cx="11116611" cy="165608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fajtái</a:t>
            </a:r>
            <a:r>
              <a:rPr lang="hu-HU" dirty="0"/>
              <a:t>: 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prefix – pl.: </a:t>
            </a:r>
            <a:r>
              <a:rPr lang="hu-HU" sz="2800" i="1" dirty="0"/>
              <a:t>c = ++a; 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hu-HU" sz="2800" dirty="0"/>
              <a:t>postfix – pl.: </a:t>
            </a:r>
            <a:r>
              <a:rPr lang="hu-HU" sz="2800" i="1" dirty="0"/>
              <a:t>c = a++; 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1FBE84EC-2BA5-FF3B-F75B-427EED12187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E90F1AA2-4D2D-FCB2-A76E-2FE42C748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AC64408-40F8-D8B2-A149-8E7E5C7D5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59F975BE-CB1B-3FAB-1256-9526B634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33294"/>
              </p:ext>
            </p:extLst>
          </p:nvPr>
        </p:nvGraphicFramePr>
        <p:xfrm>
          <a:off x="599832" y="1424396"/>
          <a:ext cx="11215855" cy="2636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2275">
                  <a:extLst>
                    <a:ext uri="{9D8B030D-6E8A-4147-A177-3AD203B41FA5}">
                      <a16:colId xmlns:a16="http://schemas.microsoft.com/office/drawing/2014/main" val="525051836"/>
                    </a:ext>
                  </a:extLst>
                </a:gridCol>
                <a:gridCol w="1984133">
                  <a:extLst>
                    <a:ext uri="{9D8B030D-6E8A-4147-A177-3AD203B41FA5}">
                      <a16:colId xmlns:a16="http://schemas.microsoft.com/office/drawing/2014/main" val="3607467067"/>
                    </a:ext>
                  </a:extLst>
                </a:gridCol>
                <a:gridCol w="7609447">
                  <a:extLst>
                    <a:ext uri="{9D8B030D-6E8A-4147-A177-3AD203B41FA5}">
                      <a16:colId xmlns:a16="http://schemas.microsoft.com/office/drawing/2014/main" val="1182818864"/>
                    </a:ext>
                  </a:extLst>
                </a:gridCol>
              </a:tblGrid>
              <a:tr h="6787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operátor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operandus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művelet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74544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++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nnkrementáló</a:t>
                      </a: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 operátor: </a:t>
                      </a:r>
                      <a:r>
                        <a:rPr lang="hu-HU" sz="2600" dirty="0"/>
                        <a:t>1-gyel növeli az operandusa értékét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8210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- -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dekrementáló</a:t>
                      </a: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 operátor: </a:t>
                      </a:r>
                      <a:r>
                        <a:rPr lang="hu-HU" sz="2600" dirty="0"/>
                        <a:t>1-gyel csökkenti az operandusa értékét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1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326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ED6A-059D-F7CB-2522-7DD1FD7C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00D9ABB-7676-FB56-07FB-4C91C28C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04" y="200818"/>
            <a:ext cx="10515600" cy="1325563"/>
          </a:xfrm>
        </p:spPr>
        <p:txBody>
          <a:bodyPr/>
          <a:lstStyle/>
          <a:p>
            <a:r>
              <a:rPr lang="hu-HU" dirty="0"/>
              <a:t>adatfolyam operátorok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EFAF4BE-AE4D-0510-1D04-6E90A14D02F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9825D16A-C0A0-237B-CCC2-AB4AE6A07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882E756-FD41-0B6C-9933-850F87BE6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3DF8EC77-0B5D-A24D-2C16-673D30642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80799"/>
              </p:ext>
            </p:extLst>
          </p:nvPr>
        </p:nvGraphicFramePr>
        <p:xfrm>
          <a:off x="620152" y="1833565"/>
          <a:ext cx="11215855" cy="3414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2275">
                  <a:extLst>
                    <a:ext uri="{9D8B030D-6E8A-4147-A177-3AD203B41FA5}">
                      <a16:colId xmlns:a16="http://schemas.microsoft.com/office/drawing/2014/main" val="525051836"/>
                    </a:ext>
                  </a:extLst>
                </a:gridCol>
                <a:gridCol w="1984133">
                  <a:extLst>
                    <a:ext uri="{9D8B030D-6E8A-4147-A177-3AD203B41FA5}">
                      <a16:colId xmlns:a16="http://schemas.microsoft.com/office/drawing/2014/main" val="3607467067"/>
                    </a:ext>
                  </a:extLst>
                </a:gridCol>
                <a:gridCol w="7609447">
                  <a:extLst>
                    <a:ext uri="{9D8B030D-6E8A-4147-A177-3AD203B41FA5}">
                      <a16:colId xmlns:a16="http://schemas.microsoft.com/office/drawing/2014/main" val="1182818864"/>
                    </a:ext>
                  </a:extLst>
                </a:gridCol>
              </a:tblGrid>
              <a:tr h="6787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operátor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operandus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b="1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művelet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7454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&lt;&lt;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beszúró operátor: bal oldali operandus a kimeneti adatfolyam (fájl, képernyő…), jobb oldali a kiíratni kívánt adat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82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&gt;&gt;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800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hu-HU" sz="28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600" dirty="0">
                          <a:solidFill>
                            <a:sysClr val="windowText" lastClr="000000"/>
                          </a:solidFill>
                          <a:effectLst/>
                        </a:rPr>
                        <a:t>kinyerő operátor: bal oldali operandus a bemeneti adatfolyam (fájl, billentyűzet), jobb oldali a változó, amibe menteni szeretnénk</a:t>
                      </a:r>
                      <a:endParaRPr lang="hu-HU" sz="26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1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06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1FD4-A258-33AF-E252-69E17E5F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örcikk 9">
            <a:extLst>
              <a:ext uri="{FF2B5EF4-FFF2-40B4-BE49-F238E27FC236}">
                <a16:creationId xmlns:a16="http://schemas.microsoft.com/office/drawing/2014/main" id="{1C6B81E9-538A-52BA-EB91-83342CC51AC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D6617E4E-02D6-F170-09D7-EA3E8BF0A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111FB2-FF6F-C393-33C2-3B4369EE4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90646BE-F750-A8DC-6627-DD15B4EF0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183" y="165065"/>
            <a:ext cx="7629474" cy="629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49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3666-82C3-3650-70BC-B2E488B8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FC638B9-87B7-69C7-421D-2A9F4A31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Kiíró utasítás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BAA1DA0-2CF5-CCDA-1CB4-56A1C21177CD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72DB1A4-EB73-1F76-D574-606145437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05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56BCBED-4F50-CD24-FDD0-203F4BBD5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F1F4533-AF2D-C7C3-15FC-E2D520894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00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B3F9-BCE1-DA95-6C35-5A67368E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6636DE5-A4F7-6AE5-EDC8-BFA00BE7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kiíró utasítás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3ED4C3D-D2F3-D494-0436-AFFA0C88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B04F6A6-A9C0-5147-D111-0333406BC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2" name="Tartalom helye 4">
            <a:extLst>
              <a:ext uri="{FF2B5EF4-FFF2-40B4-BE49-F238E27FC236}">
                <a16:creationId xmlns:a16="http://schemas.microsoft.com/office/drawing/2014/main" id="{76E8E33C-9D01-9BC6-A16F-CB179A202EBE}"/>
              </a:ext>
            </a:extLst>
          </p:cNvPr>
          <p:cNvSpPr txBox="1">
            <a:spLocks/>
          </p:cNvSpPr>
          <p:nvPr/>
        </p:nvSpPr>
        <p:spPr>
          <a:xfrm>
            <a:off x="828675" y="1725020"/>
            <a:ext cx="11029616" cy="461447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&lt;&lt;: beszúró operátor szerepe</a:t>
            </a:r>
            <a:endParaRPr lang="hu-HU" sz="3000" i="1" dirty="0"/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hu-HU" sz="3000" dirty="0"/>
              <a:t>: alapértelmezett kimeneti konzolra = képernyőre történő kiírásra – </a:t>
            </a:r>
            <a:r>
              <a:rPr lang="hu-HU" sz="3000" i="1" dirty="0" err="1"/>
              <a:t>console</a:t>
            </a:r>
            <a:r>
              <a:rPr lang="hu-HU" sz="3000" i="1" dirty="0"/>
              <a:t> out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a különböző féle, megjelenítendő elemek egymás után fűzhetők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BB5DF0BB-890A-3AAA-60BC-00D649BFB226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728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9C01-CA52-011D-F6AF-E99DE0F1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E68FE43-6F6B-9F13-996D-70D573B0D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1" y="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dirty="0"/>
              <a:t>kiírható elemek</a:t>
            </a:r>
          </a:p>
        </p:txBody>
      </p:sp>
      <p:sp>
        <p:nvSpPr>
          <p:cNvPr id="2" name="Tartalom helye 4">
            <a:extLst>
              <a:ext uri="{FF2B5EF4-FFF2-40B4-BE49-F238E27FC236}">
                <a16:creationId xmlns:a16="http://schemas.microsoft.com/office/drawing/2014/main" id="{96CA28FD-D1E9-3FD6-1E46-4927D5061F2D}"/>
              </a:ext>
            </a:extLst>
          </p:cNvPr>
          <p:cNvSpPr txBox="1">
            <a:spLocks/>
          </p:cNvSpPr>
          <p:nvPr/>
        </p:nvSpPr>
        <p:spPr>
          <a:xfrm>
            <a:off x="508000" y="995679"/>
            <a:ext cx="11755120" cy="527079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hu-HU" sz="2400" dirty="0"/>
              <a:t>konkrét szöveg - </a:t>
            </a:r>
            <a:r>
              <a:rPr lang="hu-HU" sz="2400" dirty="0">
                <a:solidFill>
                  <a:srgbClr val="A31515"/>
                </a:solidFill>
              </a:rPr>
              <a:t>” ”</a:t>
            </a:r>
            <a:r>
              <a:rPr lang="hu-HU" sz="2400" dirty="0"/>
              <a:t> között</a:t>
            </a:r>
            <a:br>
              <a:rPr lang="hu-HU" sz="2400" dirty="0"/>
            </a:br>
            <a:r>
              <a:rPr lang="hu-HU" sz="2400" dirty="0"/>
              <a:t>	kapcsoló operátorok - </a:t>
            </a:r>
            <a:r>
              <a:rPr lang="hu-HU" sz="2400" dirty="0">
                <a:solidFill>
                  <a:srgbClr val="A31515"/>
                </a:solidFill>
              </a:rPr>
              <a:t>” ”</a:t>
            </a:r>
            <a:r>
              <a:rPr lang="hu-HU" sz="2400" dirty="0"/>
              <a:t> között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\n - sortörés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\t</a:t>
            </a:r>
            <a:r>
              <a:rPr lang="hu-HU" sz="2400" dirty="0"/>
              <a:t> – tabulátor (alapérték által meghatározott mezőnyit ugrik)</a:t>
            </a:r>
            <a:r>
              <a:rPr lang="en-US" sz="2400" dirty="0"/>
              <a:t>​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\b</a:t>
            </a:r>
            <a:r>
              <a:rPr lang="hu-HU" sz="2400" dirty="0"/>
              <a:t> – </a:t>
            </a:r>
            <a:r>
              <a:rPr lang="hu-HU" sz="2400" dirty="0" err="1"/>
              <a:t>backspace</a:t>
            </a:r>
            <a:r>
              <a:rPr lang="hu-HU" sz="2400" dirty="0"/>
              <a:t> (balra egy karakter visszatörlés)</a:t>
            </a:r>
            <a:r>
              <a:rPr lang="en-US" sz="2400" dirty="0"/>
              <a:t>​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\r</a:t>
            </a:r>
            <a:r>
              <a:rPr lang="hu-HU" sz="2400" dirty="0"/>
              <a:t> – a kurzor a sor elejére áll, majd, a sorban lévő szöveget törli írás során</a:t>
            </a:r>
            <a:r>
              <a:rPr lang="en-US" sz="2400" dirty="0"/>
              <a:t>​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\a</a:t>
            </a:r>
            <a:r>
              <a:rPr lang="hu-HU" sz="2400" dirty="0"/>
              <a:t> – néhány terminálon megszólaltatja a gép </a:t>
            </a:r>
            <a:r>
              <a:rPr lang="hu-HU" sz="2400" dirty="0" err="1"/>
              <a:t>speaker</a:t>
            </a:r>
            <a:r>
              <a:rPr lang="hu-HU" sz="2400" dirty="0"/>
              <a:t>-jét</a:t>
            </a:r>
            <a:r>
              <a:rPr lang="en-US" sz="2400" dirty="0"/>
              <a:t>​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\\</a:t>
            </a:r>
            <a:r>
              <a:rPr lang="hu-HU" sz="2400" dirty="0"/>
              <a:t> – maga a \ karakter</a:t>
            </a:r>
            <a:r>
              <a:rPr lang="en-US" sz="2400" dirty="0"/>
              <a:t>​</a:t>
            </a:r>
          </a:p>
          <a:p>
            <a:pPr lvl="2" fontAlgn="base">
              <a:lnSpc>
                <a:spcPct val="100000"/>
              </a:lnSpc>
              <a:buClr>
                <a:schemeClr val="accent6"/>
              </a:buClr>
            </a:pPr>
            <a:r>
              <a:rPr lang="hu-HU" sz="2400" i="1" dirty="0"/>
              <a:t>\”</a:t>
            </a:r>
            <a:r>
              <a:rPr lang="hu-HU" sz="2400" dirty="0"/>
              <a:t> – idézőjel</a:t>
            </a:r>
            <a:r>
              <a:rPr lang="en-US" sz="2400" dirty="0"/>
              <a:t>​</a:t>
            </a:r>
            <a:endParaRPr lang="hu-HU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sz="2400" dirty="0"/>
              <a:t>aktuális értékek – változók, tömbök értékei, függvények visszatérési értékei – pl.: 		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"Az eredmény 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x;</a:t>
            </a:r>
            <a:endParaRPr lang="hu-HU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sz="2400" dirty="0"/>
              <a:t>műveletek eredményei – pl.: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a + b + c;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EC138A2-6BE4-49A4-9E3D-F9A693C87B4C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3868348-B55D-1998-A62C-5CD0C27CC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12B87CC-7EE6-19D3-1F87-D3FA23F1A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24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AC11-B4E1-3A9B-D7D0-987D72C1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BDAB96B-4FB1-FE3F-7A8D-3209DD82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40" y="417782"/>
            <a:ext cx="4015700" cy="256925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hu-HU" dirty="0"/>
              <a:t>2. példa </a:t>
            </a:r>
            <a:r>
              <a:rPr lang="hu-HU" sz="3600" dirty="0"/>
              <a:t>– </a:t>
            </a:r>
            <a:br>
              <a:rPr lang="hu-HU" sz="3600" dirty="0"/>
            </a:br>
            <a:r>
              <a:rPr lang="hu-HU" sz="3100" dirty="0"/>
              <a:t>Írjon programot, egy 15 cm oldalhosszúságú négyzet kerületének kiszámítására!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198085E-B3C2-EB22-0420-D4D9D6C56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3E0D5EE-C276-A7D7-BAC1-72E6500B5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5" name="Tartalom helye 2">
            <a:extLst>
              <a:ext uri="{FF2B5EF4-FFF2-40B4-BE49-F238E27FC236}">
                <a16:creationId xmlns:a16="http://schemas.microsoft.com/office/drawing/2014/main" id="{59469DC3-A661-AC5D-1D17-90A7739C4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51" y="350848"/>
            <a:ext cx="6749530" cy="4816474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#include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&lt;iostream&gt;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using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namespace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std;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main()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{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hossz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hossz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= 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5;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 </a:t>
            </a:r>
            <a:r>
              <a:rPr lang="hu-HU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negyzet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kerulete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 * 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hossz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cm</a:t>
            </a:r>
            <a:r>
              <a:rPr lang="hu-HU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2400" dirty="0">
              <a:solidFill>
                <a:srgbClr val="000000"/>
              </a:solidFill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0;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6D0A1504-2E21-082A-AFC9-B36CC383336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BAEEAB89-9512-7DDF-6A10-5CAF5F9B90BC}"/>
              </a:ext>
            </a:extLst>
          </p:cNvPr>
          <p:cNvGrpSpPr/>
          <p:nvPr/>
        </p:nvGrpSpPr>
        <p:grpSpPr>
          <a:xfrm>
            <a:off x="3728720" y="3047999"/>
            <a:ext cx="2367280" cy="2273271"/>
            <a:chOff x="3728720" y="3058159"/>
            <a:chExt cx="2367280" cy="2273271"/>
          </a:xfrm>
        </p:grpSpPr>
        <p:sp>
          <p:nvSpPr>
            <p:cNvPr id="7" name="Bal oldali kapcsos zárójel 6">
              <a:extLst>
                <a:ext uri="{FF2B5EF4-FFF2-40B4-BE49-F238E27FC236}">
                  <a16:creationId xmlns:a16="http://schemas.microsoft.com/office/drawing/2014/main" id="{D427CC41-36C4-38E4-7E1D-9FB3DA0A4CE6}"/>
                </a:ext>
              </a:extLst>
            </p:cNvPr>
            <p:cNvSpPr/>
            <p:nvPr/>
          </p:nvSpPr>
          <p:spPr>
            <a:xfrm>
              <a:off x="5826185" y="3058159"/>
              <a:ext cx="269815" cy="914400"/>
            </a:xfrm>
            <a:prstGeom prst="leftBrac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8" name="Egyenes összekötő nyíllal 7">
              <a:extLst>
                <a:ext uri="{FF2B5EF4-FFF2-40B4-BE49-F238E27FC236}">
                  <a16:creationId xmlns:a16="http://schemas.microsoft.com/office/drawing/2014/main" id="{5C006319-0193-3F8C-82BF-2AB0C7790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8720" y="3545840"/>
              <a:ext cx="2011680" cy="178559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82FDC0F5-D9FF-7E68-4E69-45FC6F4EE1EA}"/>
                </a:ext>
              </a:extLst>
            </p:cNvPr>
            <p:cNvSpPr txBox="1"/>
            <p:nvPr/>
          </p:nvSpPr>
          <p:spPr>
            <a:xfrm rot="19102599">
              <a:off x="3852573" y="3933482"/>
              <a:ext cx="1985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solidFill>
                    <a:srgbClr val="00B0F0"/>
                  </a:solidFill>
                </a:rPr>
                <a:t>rövidebben</a:t>
              </a:r>
            </a:p>
          </p:txBody>
        </p:sp>
      </p:grp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26486254-2C5B-D35C-A493-A0E9E8D67F5E}"/>
              </a:ext>
            </a:extLst>
          </p:cNvPr>
          <p:cNvGrpSpPr/>
          <p:nvPr/>
        </p:nvGrpSpPr>
        <p:grpSpPr>
          <a:xfrm>
            <a:off x="596940" y="5360202"/>
            <a:ext cx="9018265" cy="830997"/>
            <a:chOff x="596940" y="5604042"/>
            <a:chExt cx="9018265" cy="830997"/>
          </a:xfrm>
        </p:grpSpPr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052F6D97-9EC4-C8A3-EE69-23F781B89F05}"/>
                </a:ext>
              </a:extLst>
            </p:cNvPr>
            <p:cNvSpPr txBox="1"/>
            <p:nvPr/>
          </p:nvSpPr>
          <p:spPr>
            <a:xfrm>
              <a:off x="596940" y="5604042"/>
              <a:ext cx="9018265" cy="8309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endPara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endParaRPr>
            </a:p>
            <a:p>
              <a:pPr marL="0" indent="0">
                <a:buNone/>
              </a:pPr>
              <a:r>
                <a:rPr lang="en-GB" sz="2400" dirty="0" err="1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cout</a:t>
              </a:r>
              <a:r>
                <a:rPr lang="en-GB" sz="2400" dirty="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 </a:t>
              </a:r>
              <a:r>
                <a:rPr lang="en-GB" sz="2400" dirty="0">
                  <a:solidFill>
                    <a:srgbClr val="00808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&lt;&lt;</a:t>
              </a:r>
              <a:r>
                <a:rPr lang="en-GB" sz="2400" dirty="0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"</a:t>
              </a:r>
              <a:r>
                <a:rPr lang="hu-HU" sz="2400" dirty="0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A </a:t>
              </a:r>
              <a:r>
                <a:rPr lang="hu-HU" sz="2400" dirty="0" err="1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negyzet</a:t>
              </a:r>
              <a:r>
                <a:rPr lang="hu-HU" sz="2400" dirty="0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 </a:t>
              </a:r>
              <a:r>
                <a:rPr lang="hu-HU" sz="2400" dirty="0" err="1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kerulete</a:t>
              </a:r>
              <a:r>
                <a:rPr lang="en-GB" sz="2400" dirty="0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:"</a:t>
              </a:r>
              <a:r>
                <a:rPr lang="en-GB" sz="2400" dirty="0">
                  <a:solidFill>
                    <a:srgbClr val="00808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&lt;&lt;</a:t>
              </a:r>
              <a:r>
                <a:rPr lang="en-GB" sz="2400" dirty="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 4</a:t>
              </a:r>
              <a:r>
                <a:rPr lang="hu-HU" sz="2400" dirty="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*hossz</a:t>
              </a:r>
              <a:r>
                <a:rPr lang="en-GB" sz="2400" dirty="0">
                  <a:solidFill>
                    <a:srgbClr val="00808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&lt;&lt;</a:t>
              </a:r>
              <a:r>
                <a:rPr lang="hu-HU" sz="240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</a:rPr>
                <a:t>"</a:t>
              </a:r>
              <a:r>
                <a:rPr lang="hu-HU" sz="2400" dirty="0">
                  <a:solidFill>
                    <a:srgbClr val="A31515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cm</a:t>
              </a:r>
              <a:r>
                <a:rPr lang="hu-HU" sz="2400" dirty="0">
                  <a:solidFill>
                    <a:srgbClr val="BD96D2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\n</a:t>
              </a:r>
              <a:r>
                <a:rPr lang="hu-HU" sz="240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</a:rPr>
                <a:t>"</a:t>
              </a:r>
              <a:r>
                <a:rPr lang="en-GB" sz="2400" dirty="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;</a:t>
              </a:r>
              <a:endParaRPr lang="hu-H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endParaRPr>
            </a:p>
          </p:txBody>
        </p: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524A80A9-3FE0-34F6-E05D-437C75B1F008}"/>
                </a:ext>
              </a:extLst>
            </p:cNvPr>
            <p:cNvSpPr txBox="1"/>
            <p:nvPr/>
          </p:nvSpPr>
          <p:spPr>
            <a:xfrm>
              <a:off x="596940" y="5604042"/>
              <a:ext cx="9018265" cy="4247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lvl="0">
                <a:lnSpc>
                  <a:spcPct val="90000"/>
                </a:lnSpc>
                <a:spcBef>
                  <a:spcPts val="1000"/>
                </a:spcBef>
              </a:pPr>
              <a:r>
                <a:rPr lang="en-GB" sz="2400">
                  <a:solidFill>
                    <a:srgbClr val="0000FF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int</a:t>
              </a:r>
              <a:r>
                <a:rPr lang="en-GB" sz="240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 </a:t>
              </a:r>
              <a:r>
                <a:rPr lang="hu-HU" sz="240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hossz</a:t>
              </a:r>
              <a:r>
                <a:rPr lang="en-GB" sz="2400">
                  <a:solidFill>
                    <a:srgbClr val="000000"/>
                  </a:solidFill>
                  <a:latin typeface="Consolas" panose="020B0609020204030204" pitchFamily="49" charset="0"/>
                  <a:ea typeface="Times New Roman" panose="02020603050405020304" pitchFamily="18" charset="0"/>
                  <a:cs typeface="Consolas" panose="020B0609020204030204" pitchFamily="49" charset="0"/>
                </a:rPr>
                <a:t>;</a:t>
              </a:r>
              <a:endParaRPr lang="en-GB" sz="24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74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58F7-79CB-8713-50DB-4419B56D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FB1FEC2-82F3-6D4C-7835-26903D222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40" y="417782"/>
            <a:ext cx="3543617" cy="495685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3. példa – </a:t>
            </a:r>
            <a:br>
              <a:rPr lang="hu-HU" sz="3600" dirty="0"/>
            </a:b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Írjon egy programot, mely a következő műveleteket </a:t>
            </a:r>
            <a:r>
              <a:rPr lang="hu-HU" sz="3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(összeadás, kivonás, szorzás, osztás, maradékos osztás)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végzi, 8-as és 4-es értékkel!</a:t>
            </a:r>
            <a:endParaRPr lang="hu-HU" sz="3100" dirty="0"/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18BC88F-D1B7-41B5-5781-819635E21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648B23C-D175-E2D5-A389-A6856F797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2" name="Tartalom helye 2">
            <a:extLst>
              <a:ext uri="{FF2B5EF4-FFF2-40B4-BE49-F238E27FC236}">
                <a16:creationId xmlns:a16="http://schemas.microsoft.com/office/drawing/2014/main" id="{C721135A-E43A-BBC5-0E4C-5E75F70FA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557" y="445898"/>
            <a:ext cx="7868563" cy="5690742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endParaRPr lang="hu-H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8, 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"a + b: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+ b &lt;&lt;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u-HU" sz="2400" dirty="0">
                <a:solidFill>
                  <a:srgbClr val="008000"/>
                </a:solidFill>
                <a:latin typeface="Consolas" panose="020B0609020204030204" pitchFamily="49" charset="0"/>
              </a:rPr>
              <a:t>12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"a - b: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- b &lt;&lt;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"a * b: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* b &lt;&lt;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32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"a / b: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/ b &lt;&lt;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"a % b: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% b &lt;&lt;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0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5BA5C57-1BFF-40D3-076A-022CB7D997C1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809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C1B9-897F-B04A-E050-222242D7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D2FDBC9-D17C-754B-83AC-40A8AEE7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7C851C3-369B-6937-E609-B27019E4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267E0DF2-550D-817D-15F4-4E1C3F70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137309"/>
            <a:ext cx="11775441" cy="5111091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r</a:t>
            </a: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</a:rPr>
              <a:t>=15, k, 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</a:rPr>
              <a:t>k=2*r*3.14;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</a:rPr>
              <a:t>t=r*r*3.14;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"A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z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600" dirty="0">
                <a:latin typeface="Consolas" panose="020B0609020204030204" pitchFamily="49" charset="0"/>
              </a:rPr>
              <a:t>r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cm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sugaru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kor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kerulete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cm, </a:t>
            </a:r>
            <a:r>
              <a:rPr lang="hu-HU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terulete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 		pedig: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600" dirty="0">
                <a:solidFill>
                  <a:srgbClr val="A31515"/>
                </a:solidFill>
                <a:latin typeface="Consolas" panose="020B0609020204030204" pitchFamily="49" charset="0"/>
              </a:rPr>
              <a:t>cm2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  <a:endParaRPr lang="hu-HU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F959A30-30D7-F3A1-0AEA-B47632BEE1F9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88A6BAEE-D478-F937-F66A-FCEBE543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00" y="81891"/>
            <a:ext cx="10802579" cy="10554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hu-HU" dirty="0"/>
              <a:t>4. példa </a:t>
            </a:r>
            <a:r>
              <a:rPr lang="hu-HU" sz="2800" dirty="0"/>
              <a:t>–</a:t>
            </a:r>
            <a:r>
              <a:rPr lang="hu-HU" sz="3600" dirty="0"/>
              <a:t>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Számítsa ki egy 15 cm sugarú kör kerületét és területét! Az eredményeket külön változóban tárolja!</a:t>
            </a:r>
            <a:endParaRPr lang="hu-HU" sz="3100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F72DF46-EE05-EE4C-F8AF-17BB0D8FD6DA}"/>
              </a:ext>
            </a:extLst>
          </p:cNvPr>
          <p:cNvSpPr txBox="1"/>
          <p:nvPr/>
        </p:nvSpPr>
        <p:spPr>
          <a:xfrm>
            <a:off x="6412082" y="2054653"/>
            <a:ext cx="4838197" cy="1200329"/>
          </a:xfrm>
          <a:prstGeom prst="rect">
            <a:avLst/>
          </a:prstGeom>
          <a:noFill/>
          <a:ln w="19050">
            <a:solidFill>
              <a:srgbClr val="248BBD"/>
            </a:solidFill>
          </a:ln>
        </p:spPr>
        <p:txBody>
          <a:bodyPr wrap="square" rtlCol="0">
            <a:spAutoFit/>
          </a:bodyPr>
          <a:lstStyle/>
          <a:p>
            <a:r>
              <a:rPr lang="hu-HU" sz="2400" dirty="0"/>
              <a:t>A kiírásnál levágja a tizedesrészt, az egész típus miatt! </a:t>
            </a:r>
            <a:br>
              <a:rPr lang="hu-HU" sz="2400" dirty="0"/>
            </a:br>
            <a:r>
              <a:rPr lang="hu-HU" sz="2400" dirty="0"/>
              <a:t>helyesen: </a:t>
            </a:r>
            <a:r>
              <a:rPr lang="hu-HU" sz="2400" dirty="0" err="1"/>
              <a:t>float</a:t>
            </a:r>
            <a:r>
              <a:rPr lang="hu-HU" sz="2400" dirty="0"/>
              <a:t>=k, t; </a:t>
            </a: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6EEFC21C-CE64-49CE-59D4-D2A373B2A21B}"/>
              </a:ext>
            </a:extLst>
          </p:cNvPr>
          <p:cNvCxnSpPr/>
          <p:nvPr/>
        </p:nvCxnSpPr>
        <p:spPr>
          <a:xfrm flipH="1">
            <a:off x="4049606" y="2779814"/>
            <a:ext cx="2356835" cy="386366"/>
          </a:xfrm>
          <a:prstGeom prst="straightConnector1">
            <a:avLst/>
          </a:prstGeom>
          <a:ln w="19050">
            <a:solidFill>
              <a:srgbClr val="248BB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72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D73D-8791-EF5C-E517-116582F0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095303C-CDDA-CB31-0D2C-C3E29D3E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 dirty="0"/>
              <a:t>Típuskonverzió 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9A3D2D1C-155F-427F-EE7E-2D938B93BBC7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FB89885-38E5-6AB4-B27E-254FBB92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05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3D9CBBE-0158-8AE6-EED0-9B257C73C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ABD5A45-58EE-C5A0-71F1-EAC7AA53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2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5E36C-E554-6308-97BA-524D29F7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9D1A913-5702-68D6-9F67-1D41455C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00"/>
            <a:ext cx="10515600" cy="1058078"/>
          </a:xfrm>
        </p:spPr>
        <p:txBody>
          <a:bodyPr/>
          <a:lstStyle/>
          <a:p>
            <a:r>
              <a:rPr lang="hu-HU" dirty="0"/>
              <a:t>típuskonverzió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328B12B7-E206-8848-1CEC-43C5ECAA453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E1312DD-8B29-359F-E8AB-A7DE83374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520"/>
            <a:ext cx="11160760" cy="51914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fogalma: </a:t>
            </a:r>
            <a:r>
              <a:rPr lang="hu-HU" dirty="0"/>
              <a:t>amikor egy változó vagy érték adattípusát </a:t>
            </a:r>
            <a:r>
              <a:rPr lang="hu-HU" b="1" dirty="0"/>
              <a:t>egy </a:t>
            </a:r>
            <a:br>
              <a:rPr lang="hu-HU" b="1" dirty="0"/>
            </a:br>
            <a:r>
              <a:rPr lang="hu-HU" b="1" dirty="0"/>
              <a:t>másik adattípussá alakítjuk át</a:t>
            </a:r>
            <a:r>
              <a:rPr lang="hu-HU" dirty="0"/>
              <a:t> a program futása során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csoportjai: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hu-H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implicit</a:t>
            </a:r>
            <a:r>
              <a:rPr lang="hu-HU" sz="2800" dirty="0"/>
              <a:t> (automatikus): a fordítóprogram a háttérben, a programozó külön utasítása nélkül végzi el egy érték vagy változó adattípusának átalakítását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hu-H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explicit</a:t>
            </a:r>
            <a:r>
              <a:rPr lang="hu-HU" sz="2800" dirty="0"/>
              <a:t> (kikényszerített): a </a:t>
            </a:r>
            <a:r>
              <a:rPr lang="hu-HU" sz="2800" b="1" dirty="0"/>
              <a:t>programozó utasítja a fordítót</a:t>
            </a:r>
            <a:r>
              <a:rPr lang="hu-HU" sz="2800" dirty="0"/>
              <a:t>, hogy egy adott értéket alakítson át egy másik típussá</a:t>
            </a:r>
            <a:endParaRPr lang="hu-HU" sz="2800" u="sng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u-HU" u="sng" dirty="0"/>
              <a:t>fajtái: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hu-H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szélesítés</a:t>
            </a:r>
            <a:r>
              <a:rPr lang="hu-HU" sz="2800" dirty="0"/>
              <a:t>: kisebb méretű típus felbővítése nagyobbra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hu-H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szűkítés</a:t>
            </a:r>
            <a:r>
              <a:rPr lang="hu-HU" sz="2800" dirty="0"/>
              <a:t>: nagyobb méretű típus lefejezése kisebbre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CD8B88A-6599-2853-FF59-75C1BAA26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E409540-9386-E2FF-923C-A34ED8AF3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80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BBF5-C269-F809-3281-70B0B53F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4CE6011-2AFF-1138-C605-128D0974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9" y="39600"/>
            <a:ext cx="10515600" cy="1325563"/>
          </a:xfrm>
        </p:spPr>
        <p:txBody>
          <a:bodyPr/>
          <a:lstStyle/>
          <a:p>
            <a:r>
              <a:rPr lang="hu-HU" dirty="0"/>
              <a:t>implicit (automatikus) típuskonverzió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75F5BBDA-DD56-5D8F-C5B5-E07279F7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0" y="1487083"/>
            <a:ext cx="11572239" cy="4239506"/>
          </a:xfrm>
        </p:spPr>
        <p:txBody>
          <a:bodyPr/>
          <a:lstStyle/>
          <a:p>
            <a:r>
              <a:rPr lang="hu-HU" dirty="0"/>
              <a:t>Szélesítés:  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latin typeface="Consolas" panose="020B0609020204030204" pitchFamily="49" charset="0"/>
              </a:rPr>
              <a:t> a = 5; 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dirty="0">
                <a:latin typeface="Consolas" panose="020B0609020204030204" pitchFamily="49" charset="0"/>
              </a:rPr>
              <a:t> b = 2.5; 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dirty="0">
                <a:latin typeface="Consolas" panose="020B0609020204030204" pitchFamily="49" charset="0"/>
              </a:rPr>
              <a:t> </a:t>
            </a:r>
            <a:r>
              <a:rPr lang="hu-HU" dirty="0" err="1">
                <a:latin typeface="Consolas" panose="020B0609020204030204" pitchFamily="49" charset="0"/>
              </a:rPr>
              <a:t>eredmeny</a:t>
            </a:r>
            <a:r>
              <a:rPr lang="hu-HU" dirty="0">
                <a:latin typeface="Consolas" panose="020B0609020204030204" pitchFamily="49" charset="0"/>
              </a:rPr>
              <a:t>= </a:t>
            </a:r>
            <a:r>
              <a:rPr lang="hu-HU" dirty="0" err="1">
                <a:latin typeface="Consolas" panose="020B0609020204030204" pitchFamily="49" charset="0"/>
              </a:rPr>
              <a:t>a+b</a:t>
            </a:r>
            <a:r>
              <a:rPr lang="hu-HU" dirty="0">
                <a:latin typeface="Consolas" panose="020B0609020204030204" pitchFamily="49" charset="0"/>
              </a:rPr>
              <a:t>; 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//Az 'a' automatikusan </a:t>
            </a:r>
            <a:r>
              <a:rPr lang="hu-HU" dirty="0" err="1">
                <a:solidFill>
                  <a:srgbClr val="008000"/>
                </a:solidFill>
                <a:latin typeface="Consolas" panose="020B0609020204030204" pitchFamily="49" charset="0"/>
              </a:rPr>
              <a:t>double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 						(5.0) lesz, az eredmény 7.5</a:t>
            </a:r>
          </a:p>
          <a:p>
            <a:r>
              <a:rPr lang="hu-HU" dirty="0"/>
              <a:t>Szűkítés: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dirty="0">
                <a:latin typeface="Consolas" panose="020B0609020204030204" pitchFamily="49" charset="0"/>
              </a:rPr>
              <a:t> pi = 3.14; 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latin typeface="Consolas" panose="020B0609020204030204" pitchFamily="49" charset="0"/>
              </a:rPr>
              <a:t> </a:t>
            </a:r>
            <a:r>
              <a:rPr lang="hu-HU" dirty="0" err="1">
                <a:latin typeface="Consolas" panose="020B0609020204030204" pitchFamily="49" charset="0"/>
              </a:rPr>
              <a:t>egesz_pi</a:t>
            </a:r>
            <a:r>
              <a:rPr lang="hu-HU" dirty="0">
                <a:latin typeface="Consolas" panose="020B0609020204030204" pitchFamily="49" charset="0"/>
              </a:rPr>
              <a:t> = pi; 	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//Az '</a:t>
            </a:r>
            <a:r>
              <a:rPr lang="hu-HU" dirty="0" err="1">
                <a:solidFill>
                  <a:srgbClr val="008000"/>
                </a:solidFill>
                <a:latin typeface="Consolas" panose="020B0609020204030204" pitchFamily="49" charset="0"/>
              </a:rPr>
              <a:t>egesz_pi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' értéke 3 lesz, 						  a tizedesrészt csonkolja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78CFA72-3A85-8A07-A8A9-7B3947196B1B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CDADF97-3501-5CDA-1107-35E553382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F56AE43-24E7-9571-E009-BE0B45FB4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54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4652-09C5-97EB-48ED-C3D1DC01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3F3D978-1CEB-0E01-EEE6-CF11B59C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9" y="39600"/>
            <a:ext cx="10515600" cy="1325563"/>
          </a:xfrm>
        </p:spPr>
        <p:txBody>
          <a:bodyPr/>
          <a:lstStyle/>
          <a:p>
            <a:r>
              <a:rPr lang="hu-HU" dirty="0"/>
              <a:t>explicit (kikényszerített) típuskonverzió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363B376C-6F58-5788-48E9-C5A7B574E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79" y="1300830"/>
            <a:ext cx="11388497" cy="4811800"/>
          </a:xfrm>
        </p:spPr>
        <p:txBody>
          <a:bodyPr>
            <a:normAutofit/>
          </a:bodyPr>
          <a:lstStyle/>
          <a:p>
            <a:r>
              <a:rPr lang="hu-HU" dirty="0"/>
              <a:t>Szélesítés:  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latin typeface="Consolas" panose="020B0609020204030204" pitchFamily="49" charset="0"/>
              </a:rPr>
              <a:t> db = 6, ossz = 83; 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Az 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atlag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latin typeface="Consolas" panose="020B0609020204030204" pitchFamily="49" charset="0"/>
              </a:rPr>
              <a:t>(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dirty="0">
                <a:latin typeface="Consolas" panose="020B0609020204030204" pitchFamily="49" charset="0"/>
              </a:rPr>
              <a:t>)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ossz/db; </a:t>
            </a:r>
            <a:b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//Az átlag érték tizedesszámként jelenik meg -&gt; 			13.8333</a:t>
            </a:r>
          </a:p>
          <a:p>
            <a:r>
              <a:rPr lang="hu-HU" dirty="0"/>
              <a:t>Szűkítés: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latin typeface="Consolas" panose="020B0609020204030204" pitchFamily="49" charset="0"/>
              </a:rPr>
              <a:t> szam=65; </a:t>
            </a:r>
            <a:b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hu-HU" dirty="0">
                <a:latin typeface="Consolas" panose="020B0609020204030204" pitchFamily="49" charset="0"/>
              </a:rPr>
              <a:t> </a:t>
            </a:r>
            <a:r>
              <a:rPr lang="hu-HU" dirty="0" err="1">
                <a:latin typeface="Consolas" panose="020B0609020204030204" pitchFamily="49" charset="0"/>
              </a:rPr>
              <a:t>betu</a:t>
            </a:r>
            <a:r>
              <a:rPr lang="hu-HU" dirty="0">
                <a:latin typeface="Consolas" panose="020B0609020204030204" pitchFamily="49" charset="0"/>
              </a:rPr>
              <a:t> = szam; </a:t>
            </a:r>
            <a:br>
              <a:rPr lang="hu-HU" dirty="0">
                <a:latin typeface="Consolas" panose="020B0609020204030204" pitchFamily="49" charset="0"/>
              </a:rPr>
            </a:br>
            <a:r>
              <a:rPr lang="hu-HU" dirty="0">
                <a:latin typeface="Consolas" panose="020B0609020204030204" pitchFamily="49" charset="0"/>
              </a:rPr>
              <a:t>	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//A </a:t>
            </a:r>
            <a:r>
              <a:rPr lang="hu-HU" i="1" dirty="0" err="1">
                <a:solidFill>
                  <a:srgbClr val="008000"/>
                </a:solidFill>
                <a:latin typeface="Consolas" panose="020B0609020204030204" pitchFamily="49" charset="0"/>
              </a:rPr>
              <a:t>betu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 változó értéke az ASCII kódtábla szerinti 		</a:t>
            </a:r>
            <a:r>
              <a:rPr lang="hu-HU" i="1" dirty="0">
                <a:solidFill>
                  <a:srgbClr val="008000"/>
                </a:solidFill>
                <a:latin typeface="Consolas" panose="020B0609020204030204" pitchFamily="49" charset="0"/>
              </a:rPr>
              <a:t>szam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8000"/>
                </a:solidFill>
                <a:latin typeface="Consolas" panose="020B0609020204030204" pitchFamily="49" charset="0"/>
              </a:rPr>
              <a:t>valtozó</a:t>
            </a: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 értékéhez tartozó karaktert lesz</a:t>
            </a:r>
            <a:endParaRPr lang="hu-HU" dirty="0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071E73E-7B4C-6216-F5A7-46E33FF78450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532B218-9225-13CD-1577-38D23BB94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A615E44A-A15F-4FFB-5E85-99F9056A5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56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4974-28F6-AACC-A399-EF80E3A7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örcikk 9">
            <a:extLst>
              <a:ext uri="{FF2B5EF4-FFF2-40B4-BE49-F238E27FC236}">
                <a16:creationId xmlns:a16="http://schemas.microsoft.com/office/drawing/2014/main" id="{EFDA64C0-E73C-D427-1A79-103E8284FC26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F996EC56-EB09-EC13-480B-CFC51E21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60" y="163782"/>
            <a:ext cx="11208980" cy="1258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5. példa –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Egy megadott betűt írass ki számként és karakterként is.</a:t>
            </a:r>
            <a:endParaRPr lang="hu-HU" sz="3100" dirty="0"/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FF82D05-633D-3618-0C7D-182976775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F5B4FF2-A16F-4BF2-FF6C-677C475CD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2" name="Tartalom helye 2">
            <a:extLst>
              <a:ext uri="{FF2B5EF4-FFF2-40B4-BE49-F238E27FC236}">
                <a16:creationId xmlns:a16="http://schemas.microsoft.com/office/drawing/2014/main" id="{166CB0DB-B5B9-8947-6EC5-B22D663F9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92" y="1702114"/>
            <a:ext cx="11808216" cy="4153198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i;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char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betu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'z'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i =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betu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betu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szamkent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", karakterkent: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betu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hu-H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2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DB9E-9BA3-9C00-69F9-330992B7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örcikk 9">
            <a:extLst>
              <a:ext uri="{FF2B5EF4-FFF2-40B4-BE49-F238E27FC236}">
                <a16:creationId xmlns:a16="http://schemas.microsoft.com/office/drawing/2014/main" id="{05C35B14-30B2-B0D0-019E-9A668366BAE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7DE04EB2-2D6A-94DE-AEC3-5381D40F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60" y="163782"/>
            <a:ext cx="11208980" cy="1258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6. példa –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Adja meg egy 8 cm sugarú kör kerületét és területét, úgy, hogy ezeket az értékeket ne tárolja külön változóba!</a:t>
            </a:r>
            <a:endParaRPr lang="hu-HU" sz="3100" dirty="0"/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AABCE86-34A3-123E-8B0B-F67399AD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F71F6C8-D32D-C61D-3FF1-B9D0B492A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2" name="Tartalom helye 2">
            <a:extLst>
              <a:ext uri="{FF2B5EF4-FFF2-40B4-BE49-F238E27FC236}">
                <a16:creationId xmlns:a16="http://schemas.microsoft.com/office/drawing/2014/main" id="{ABEF6593-0AE1-2647-E3FD-3EECF4AD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852" y="1833564"/>
            <a:ext cx="11735948" cy="4293055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r = 8;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kor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kerulete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float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)(2 * r * 3.14)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"cm</a:t>
            </a:r>
            <a:r>
              <a:rPr lang="hu-HU" sz="2400" dirty="0">
                <a:solidFill>
                  <a:srgbClr val="CCCCFF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kor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terulete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float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)(r * r * 3.14)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"cm2"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hu-H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045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4A57B-3745-6929-F100-9864B66F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AD2E855-4953-88DC-7375-AD554520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Beolvasó utasítás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C2E732B-CE06-2B28-A15A-18A6B724C5A7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B488EE3-8D11-A3FC-B0D7-94212528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06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BF63D5E-4B4D-D2CB-0B7C-49CDCAC8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D2B5078-EA29-7ADF-217D-5E0A02272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463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960FD-C8F5-C74C-C4C5-4B21559C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B759723-37E6-B79E-3CFC-608730C4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9" y="84272"/>
            <a:ext cx="10515600" cy="1325563"/>
          </a:xfrm>
        </p:spPr>
        <p:txBody>
          <a:bodyPr/>
          <a:lstStyle/>
          <a:p>
            <a:r>
              <a:rPr lang="hu-HU" dirty="0"/>
              <a:t>beolvasó utasítás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5B23895-0F79-B1AD-C471-A3F2B5B3D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90BBC42-630C-D360-3350-2613D447C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2" name="Tartalom helye 4">
            <a:extLst>
              <a:ext uri="{FF2B5EF4-FFF2-40B4-BE49-F238E27FC236}">
                <a16:creationId xmlns:a16="http://schemas.microsoft.com/office/drawing/2014/main" id="{2484B3E5-4929-B5F1-B080-8D0A7652FF90}"/>
              </a:ext>
            </a:extLst>
          </p:cNvPr>
          <p:cNvSpPr txBox="1">
            <a:spLocks/>
          </p:cNvSpPr>
          <p:nvPr/>
        </p:nvSpPr>
        <p:spPr>
          <a:xfrm>
            <a:off x="734679" y="1226817"/>
            <a:ext cx="11264116" cy="504917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&gt;&gt;: kinyerő operátor szerepe</a:t>
            </a:r>
            <a:endParaRPr lang="hu-HU" sz="3000" i="1" dirty="0"/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cin</a:t>
            </a:r>
            <a:r>
              <a:rPr lang="hu-HU" sz="3000" dirty="0"/>
              <a:t>: alapértelmezett bemeneti konzolról = billentyűzetről történő beolvasás – </a:t>
            </a:r>
            <a:r>
              <a:rPr lang="hu-HU" sz="3000" i="1" dirty="0" err="1"/>
              <a:t>console</a:t>
            </a:r>
            <a:r>
              <a:rPr lang="hu-HU" sz="3000" i="1" dirty="0"/>
              <a:t> in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több beolvasandó elem beolvasása egymás után fűzhető</a:t>
            </a:r>
          </a:p>
          <a:p>
            <a:pPr marL="995362" lvl="2" indent="-457200">
              <a:lnSpc>
                <a:spcPct val="110000"/>
              </a:lnSpc>
              <a:spcBef>
                <a:spcPts val="1000"/>
              </a:spcBef>
              <a:buClr>
                <a:srgbClr val="9BAFB5"/>
              </a:buClr>
              <a:buFont typeface="Wingdings" panose="05000000000000000000" pitchFamily="2" charset="2"/>
              <a:buChar char="§"/>
              <a:defRPr/>
            </a:pP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r;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cout &lt;&lt; </a:t>
            </a: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"Adja meg a kor sugarat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!</a:t>
            </a: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&lt;&lt; endl;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pt-B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cin &gt;&gt; r;</a:t>
            </a:r>
            <a:endParaRPr kumimoji="0" lang="hu-HU" sz="2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995362" lvl="2" indent="-457200">
              <a:lnSpc>
                <a:spcPct val="110000"/>
              </a:lnSpc>
              <a:buClr>
                <a:srgbClr val="9BAFB5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;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cout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&lt;&lt;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"Adj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meg 2 tort </a:t>
            </a:r>
            <a:r>
              <a:rPr kumimoji="0" lang="hu-HU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szamot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"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&lt;&lt;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endl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; </a:t>
            </a:r>
            <a:b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cin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 &gt;&gt;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x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&gt;&gt; </a:t>
            </a:r>
            <a:r>
              <a:rPr kumimoji="0" lang="hu-HU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scadia Mono" panose="020B0609020000020004" pitchFamily="49" charset="0"/>
                <a:cs typeface="Cascadia Mono" panose="020B0609020000020004" pitchFamily="49" charset="0"/>
              </a:rPr>
              <a:t>; </a:t>
            </a:r>
            <a:endParaRPr kumimoji="0" lang="hu-HU" sz="2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522F0BA-E52A-57CD-3E7A-E88246999983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575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D7B8-678D-8063-5F98-23C50A5E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rtalom helye 2">
            <a:extLst>
              <a:ext uri="{FF2B5EF4-FFF2-40B4-BE49-F238E27FC236}">
                <a16:creationId xmlns:a16="http://schemas.microsoft.com/office/drawing/2014/main" id="{A68A623A-E560-3092-A9CA-D325DF72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852" y="1270000"/>
            <a:ext cx="11735948" cy="4998720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>
              <a:buNone/>
            </a:pPr>
            <a:r>
              <a:rPr lang="hu-HU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a, b;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"Adja meg a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teglalap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oldalainak hosszat:  </a:t>
            </a:r>
            <a:r>
              <a:rPr lang="hu-HU" sz="2400" dirty="0">
                <a:solidFill>
                  <a:srgbClr val="CCCCFF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cin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a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b;;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teglalap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kerulete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2*(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a+b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"cm"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teglalap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terulete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a*b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"cm2"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	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hu-H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DEB4E1FB-1E27-5509-1A59-C478A42D4E3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10DED2D9-A871-603D-3449-E7CFCD189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40" y="39600"/>
            <a:ext cx="11208980" cy="1258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7. példa –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Kérje be egy téglalap 2 oldalának hosszát és szolja ki a kerületét és a területét!</a:t>
            </a:r>
            <a:endParaRPr lang="hu-HU" sz="3100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0A622459-55A7-7CCF-6885-6D86A120B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199BBE0-E562-BBF4-9638-E2B922859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3936340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ADB0-0CA0-0B93-D2B5-70673C96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71D5D2FC-6C55-5B50-1316-C37FAA5DE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A47FCF5-6E20-B50E-54D2-7AF81339B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sp>
        <p:nvSpPr>
          <p:cNvPr id="12" name="Tartalom helye 2">
            <a:extLst>
              <a:ext uri="{FF2B5EF4-FFF2-40B4-BE49-F238E27FC236}">
                <a16:creationId xmlns:a16="http://schemas.microsoft.com/office/drawing/2014/main" id="{982C245E-AF6C-0B22-56C4-C0CE1FC8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4" y="1269999"/>
            <a:ext cx="12033492" cy="5532947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arfolyam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euro;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forint;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Kerem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az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aktualis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euro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arfolyamot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(pl.: 410.5):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cin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arfolyam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Hany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eurot szeretne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atvaltani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?: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cin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euro;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forint = euro *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arfolyam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"\n---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Valutavalto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---"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euro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 EUR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erteke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forint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 HUF."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u-H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B6553A1-E386-1BBB-CAFA-F1A6CE851DF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E2F96CD2-139C-6416-3DE5-2036E2C4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40" y="39600"/>
            <a:ext cx="11208980" cy="1258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8. példa –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Megadott eurot váltson át forintra. Kérdezze meg az euro árfolyamot.</a:t>
            </a:r>
            <a:endParaRPr lang="hu-HU" sz="3100" dirty="0"/>
          </a:p>
        </p:txBody>
      </p:sp>
    </p:spTree>
    <p:extLst>
      <p:ext uri="{BB962C8B-B14F-4D97-AF65-F5344CB8AC3E}">
        <p14:creationId xmlns:p14="http://schemas.microsoft.com/office/powerpoint/2010/main" val="11464543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6754-2128-A9C2-7A1D-8602D6E08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71909D47-9B7F-4006-3074-2538862C1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7C447F8-599B-8BF6-41E4-C60CC8540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sp>
        <p:nvSpPr>
          <p:cNvPr id="12" name="Tartalom helye 2">
            <a:extLst>
              <a:ext uri="{FF2B5EF4-FFF2-40B4-BE49-F238E27FC236}">
                <a16:creationId xmlns:a16="http://schemas.microsoft.com/office/drawing/2014/main" id="{EB96E035-29AD-0CAB-7E5C-0C0A50605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4" y="1269999"/>
            <a:ext cx="12033492" cy="5872481"/>
          </a:xfrm>
          <a:solidFill>
            <a:schemeClr val="bg1">
              <a:lumMod val="95000"/>
            </a:schemeClr>
          </a:solidFill>
        </p:spPr>
        <p:txBody>
          <a:bodyPr lIns="7200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ido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ora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perc, mp;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"Adja meg az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idot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masodpercekben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: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cin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ido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ora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ido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/ 3600;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mp =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ido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% 3600;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perc = mp / 60; 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mp = mp % 60; </a:t>
            </a:r>
          </a:p>
          <a:p>
            <a:pPr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	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"A megadott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ido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ora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 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ora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,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perc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"perc es "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mp </a:t>
            </a:r>
            <a:r>
              <a:rPr lang="hu-HU" sz="2400" dirty="0">
                <a:solidFill>
                  <a:srgbClr val="008080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masodperc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hu-HU" sz="2400" dirty="0">
                <a:solidFill>
                  <a:srgbClr val="CCCCFF"/>
                </a:solidFill>
                <a:effectLst/>
                <a:latin typeface="Cascadia Mono" panose="020B0609020000020004" pitchFamily="49" charset="0"/>
              </a:rPr>
              <a:t>\n</a:t>
            </a:r>
            <a:r>
              <a:rPr lang="hu-HU" sz="24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hu-HU" sz="240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u-H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A13440E9-3D28-D4DE-F96E-4DD5C5F55510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8BECC988-AE4B-3829-4083-A16AB3D1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40" y="39600"/>
            <a:ext cx="11208980" cy="1258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9. példa – </a:t>
            </a:r>
            <a:r>
              <a:rPr lang="hu-HU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Másodpercben megadott időtartamról adja meg, hogy az hány óra, hány perc és hány másodperc!</a:t>
            </a:r>
            <a:endParaRPr lang="hu-HU" sz="3100" dirty="0"/>
          </a:p>
        </p:txBody>
      </p:sp>
    </p:spTree>
    <p:extLst>
      <p:ext uri="{BB962C8B-B14F-4D97-AF65-F5344CB8AC3E}">
        <p14:creationId xmlns:p14="http://schemas.microsoft.com/office/powerpoint/2010/main" val="2254701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04AA-10EE-57A9-BE48-06F67CDA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27383B5-892E-BBCE-16F3-32DF34BF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9" y="84272"/>
            <a:ext cx="10515600" cy="1325563"/>
          </a:xfrm>
        </p:spPr>
        <p:txBody>
          <a:bodyPr/>
          <a:lstStyle/>
          <a:p>
            <a:r>
              <a:rPr lang="hu-HU" dirty="0"/>
              <a:t>gyakorlás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768FFDA-11FD-8BF6-7D4F-A14845D6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9A65428-E1A3-86EC-C252-D8F910190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2" name="Tartalom helye 4">
            <a:extLst>
              <a:ext uri="{FF2B5EF4-FFF2-40B4-BE49-F238E27FC236}">
                <a16:creationId xmlns:a16="http://schemas.microsoft.com/office/drawing/2014/main" id="{A51100D8-1EEF-268F-3140-375D27B2ED12}"/>
              </a:ext>
            </a:extLst>
          </p:cNvPr>
          <p:cNvSpPr txBox="1">
            <a:spLocks/>
          </p:cNvSpPr>
          <p:nvPr/>
        </p:nvSpPr>
        <p:spPr>
          <a:xfrm>
            <a:off x="734679" y="1833565"/>
            <a:ext cx="10654681" cy="444242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Készítsd el a 3. feladatot úgy, hogy a két számot a felhasználótól kérd be! Az egyik szám lehessen tört szám!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Készítsd el az 5. feladatot úgy, hogy a betűt a felhasználótól kérd be a billentyűzetről!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000" dirty="0"/>
              <a:t>Készítsd el a 6. feladatot úgy, hogy a kör sugarát a felhasználótól kérd be!</a:t>
            </a:r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06D2FC4E-10E7-0B4F-0A8D-6449856E7AB9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396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F430-1D98-46D8-7437-7E7F626E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26DF19-830F-3A62-2A3F-3A85A4158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9687"/>
            <a:ext cx="9144000" cy="1698626"/>
          </a:xfrm>
        </p:spPr>
        <p:txBody>
          <a:bodyPr anchor="ctr"/>
          <a:lstStyle/>
          <a:p>
            <a:r>
              <a:rPr lang="hu-HU"/>
              <a:t>Köszönöm a figyelmet!</a:t>
            </a:r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051E229-DF89-1A29-DB7B-2576E112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E4C5BCE6-3F89-488B-610E-415F7FEA9E6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F825E414-0E7B-1871-52DE-42D341559197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0B937E1-EC5A-3365-9BD7-E8E762FD9025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19B6A588-D135-B432-D840-8D45C0AA4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35A555AB-585F-0012-5CEB-E76C6026FB15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26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1. egyéni séma">
      <a:majorFont>
        <a:latin typeface="Century Gothic Paneuropean ExtB"/>
        <a:ea typeface=""/>
        <a:cs typeface=""/>
      </a:majorFont>
      <a:minorFont>
        <a:latin typeface="Century Gothic Paneuropean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MF_IT_prezi_sablon_v3.potx" id="{1B35FF30-D8CB-455A-91C3-01E362F5CF2E}" vid="{02E887EE-A65C-4DCC-BF37-93D6FD3FB88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0" ma:contentTypeDescription="Create a new document." ma:contentTypeScope="" ma:versionID="b92c61309768f8f5680164410fa31e1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B9846D-5ADA-4C86-94C8-041C92FAE3DE}"/>
</file>

<file path=customXml/itemProps2.xml><?xml version="1.0" encoding="utf-8"?>
<ds:datastoreItem xmlns:ds="http://schemas.openxmlformats.org/officeDocument/2006/customXml" ds:itemID="{042BF04D-42D1-4210-9458-FF23CC43A1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1A5474-DD44-4D73-A8BE-A654048E2F30}">
  <ds:schemaRefs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908edccb-d616-4d06-9fba-a471841623a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GAMF_IT_prezentacio_sablon</Template>
  <TotalTime>12135</TotalTime>
  <Words>2784</Words>
  <Application>Microsoft Office PowerPoint</Application>
  <PresentationFormat>Szélesvásznú</PresentationFormat>
  <Paragraphs>393</Paragraphs>
  <Slides>47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10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47</vt:i4>
      </vt:variant>
    </vt:vector>
  </HeadingPairs>
  <TitlesOfParts>
    <vt:vector size="58" baseType="lpstr">
      <vt:lpstr>Consolas</vt:lpstr>
      <vt:lpstr>Century Gothic Paneuropean ExtB</vt:lpstr>
      <vt:lpstr>Arial</vt:lpstr>
      <vt:lpstr>Calibri</vt:lpstr>
      <vt:lpstr>Century Gothic Paneuropean Thin</vt:lpstr>
      <vt:lpstr>Wingdings</vt:lpstr>
      <vt:lpstr>Franklin Gothic Book</vt:lpstr>
      <vt:lpstr>Aptos</vt:lpstr>
      <vt:lpstr>Times New Roman</vt:lpstr>
      <vt:lpstr>Cascadia Mono</vt:lpstr>
      <vt:lpstr>Office-téma</vt:lpstr>
      <vt:lpstr>Programozás I.</vt:lpstr>
      <vt:lpstr>óra tartalma</vt:lpstr>
      <vt:lpstr>Tantárgyi információk</vt:lpstr>
      <vt:lpstr>követelmények</vt:lpstr>
      <vt:lpstr>követelmények - javítás</vt:lpstr>
      <vt:lpstr>irodalom</vt:lpstr>
      <vt:lpstr>fejlesztőkörnyezet</vt:lpstr>
      <vt:lpstr>féléves témakörök</vt:lpstr>
      <vt:lpstr>C++ program</vt:lpstr>
      <vt:lpstr>C++ nyelv</vt:lpstr>
      <vt:lpstr>C++ alapelemei</vt:lpstr>
      <vt:lpstr>foglalt szavak/ kulcsszavak</vt:lpstr>
      <vt:lpstr>C++ program szerkezete</vt:lpstr>
      <vt:lpstr>1. példa - A program kiírja, hogy Helló!</vt:lpstr>
      <vt:lpstr>Változók, adattípusok </vt:lpstr>
      <vt:lpstr>változó</vt:lpstr>
      <vt:lpstr>alaptípusok</vt:lpstr>
      <vt:lpstr>változó definiálása, deklarálása</vt:lpstr>
      <vt:lpstr>változó értékadás</vt:lpstr>
      <vt:lpstr>Operátorok  </vt:lpstr>
      <vt:lpstr>operátor</vt:lpstr>
      <vt:lpstr>operátor</vt:lpstr>
      <vt:lpstr>aritmetikai operátorok</vt:lpstr>
      <vt:lpstr>logikai operátorok</vt:lpstr>
      <vt:lpstr>relációs operátorok</vt:lpstr>
      <vt:lpstr>léptető operátorok</vt:lpstr>
      <vt:lpstr>adatfolyam operátorok</vt:lpstr>
      <vt:lpstr>PowerPoint-bemutató</vt:lpstr>
      <vt:lpstr>Kiíró utasítás</vt:lpstr>
      <vt:lpstr>kiíró utasítás</vt:lpstr>
      <vt:lpstr>kiírható elemek</vt:lpstr>
      <vt:lpstr>2. példa –  Írjon programot, egy 15 cm oldalhosszúságú négyzet kerületének kiszámítására!</vt:lpstr>
      <vt:lpstr>3. példa –  Írjon egy programot, mely a következő műveleteket (összeadás, kivonás, szorzás, osztás, maradékos osztás) végzi, 8-as és 4-es értékkel!</vt:lpstr>
      <vt:lpstr>4. példa – Számítsa ki egy 15 cm sugarú kör kerületét és területét! Az eredményeket külön változóban tárolja!</vt:lpstr>
      <vt:lpstr>Típuskonverzió </vt:lpstr>
      <vt:lpstr>típuskonverzió</vt:lpstr>
      <vt:lpstr>implicit (automatikus) típuskonverzió</vt:lpstr>
      <vt:lpstr>explicit (kikényszerített) típuskonverzió</vt:lpstr>
      <vt:lpstr>5. példa – Egy megadott betűt írass ki számként és karakterként is.</vt:lpstr>
      <vt:lpstr>6. példa – Adja meg egy 8 cm sugarú kör kerületét és területét, úgy, hogy ezeket az értékeket ne tárolja külön változóba!</vt:lpstr>
      <vt:lpstr>Beolvasó utasítás</vt:lpstr>
      <vt:lpstr>beolvasó utasítás</vt:lpstr>
      <vt:lpstr>7. példa – Kérje be egy téglalap 2 oldalának hosszát és szolja ki a kerületét és a területét!</vt:lpstr>
      <vt:lpstr>8. példa – Megadott eurot váltson át forintra. Kérdezze meg az euro árfolyamot.</vt:lpstr>
      <vt:lpstr>9. példa – Másodpercben megadott időtartamról adja meg, hogy az hány óra, hány perc és hány másodperc!</vt:lpstr>
      <vt:lpstr>gyakorlás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Prezentációsablon</dc:subject>
  <dc:creator>Szekeres György</dc:creator>
  <cp:lastModifiedBy>Szerémi Éva Krisztina</cp:lastModifiedBy>
  <cp:revision>1</cp:revision>
  <dcterms:created xsi:type="dcterms:W3CDTF">2026-08-30T11:58:33Z</dcterms:created>
  <dcterms:modified xsi:type="dcterms:W3CDTF">2026-09-16T12:48:02Z</dcterms:modified>
  <cp:contentStatus>v2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