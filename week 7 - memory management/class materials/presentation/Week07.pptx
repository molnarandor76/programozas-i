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2" r:id="rId1"/>
    <p:sldMasterId id="2147483816" r:id="rId2"/>
    <p:sldMasterId id="2147483853" r:id="rId3"/>
  </p:sldMasterIdLst>
  <p:notesMasterIdLst>
    <p:notesMasterId r:id="rId56"/>
  </p:notesMasterIdLst>
  <p:sldIdLst>
    <p:sldId id="387" r:id="rId4"/>
    <p:sldId id="256" r:id="rId5"/>
    <p:sldId id="829" r:id="rId6"/>
    <p:sldId id="298" r:id="rId7"/>
    <p:sldId id="848" r:id="rId8"/>
    <p:sldId id="831" r:id="rId9"/>
    <p:sldId id="827" r:id="rId10"/>
    <p:sldId id="260" r:id="rId11"/>
    <p:sldId id="851" r:id="rId12"/>
    <p:sldId id="849" r:id="rId13"/>
    <p:sldId id="850" r:id="rId14"/>
    <p:sldId id="264" r:id="rId15"/>
    <p:sldId id="841" r:id="rId16"/>
    <p:sldId id="826" r:id="rId17"/>
    <p:sldId id="308" r:id="rId18"/>
    <p:sldId id="838" r:id="rId19"/>
    <p:sldId id="833" r:id="rId20"/>
    <p:sldId id="834" r:id="rId21"/>
    <p:sldId id="686" r:id="rId22"/>
    <p:sldId id="687" r:id="rId23"/>
    <p:sldId id="839" r:id="rId24"/>
    <p:sldId id="334" r:id="rId25"/>
    <p:sldId id="335" r:id="rId26"/>
    <p:sldId id="336" r:id="rId27"/>
    <p:sldId id="337" r:id="rId28"/>
    <p:sldId id="338" r:id="rId29"/>
    <p:sldId id="339" r:id="rId30"/>
    <p:sldId id="852" r:id="rId31"/>
    <p:sldId id="835" r:id="rId32"/>
    <p:sldId id="340" r:id="rId33"/>
    <p:sldId id="836" r:id="rId34"/>
    <p:sldId id="837" r:id="rId35"/>
    <p:sldId id="341" r:id="rId36"/>
    <p:sldId id="342" r:id="rId37"/>
    <p:sldId id="343" r:id="rId38"/>
    <p:sldId id="840" r:id="rId39"/>
    <p:sldId id="300" r:id="rId40"/>
    <p:sldId id="847" r:id="rId41"/>
    <p:sldId id="853" r:id="rId42"/>
    <p:sldId id="843" r:id="rId43"/>
    <p:sldId id="301" r:id="rId44"/>
    <p:sldId id="302" r:id="rId45"/>
    <p:sldId id="303" r:id="rId46"/>
    <p:sldId id="304" r:id="rId47"/>
    <p:sldId id="305" r:id="rId48"/>
    <p:sldId id="306" r:id="rId49"/>
    <p:sldId id="845" r:id="rId50"/>
    <p:sldId id="846" r:id="rId51"/>
    <p:sldId id="283" r:id="rId52"/>
    <p:sldId id="595" r:id="rId53"/>
    <p:sldId id="854" r:id="rId54"/>
    <p:sldId id="855" r:id="rId5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D68C5DE5-A4AA-4484-A16A-50143F0EA76A}">
          <p14:sldIdLst>
            <p14:sldId id="387"/>
            <p14:sldId id="256"/>
            <p14:sldId id="829"/>
            <p14:sldId id="298"/>
            <p14:sldId id="848"/>
            <p14:sldId id="831"/>
            <p14:sldId id="827"/>
            <p14:sldId id="260"/>
            <p14:sldId id="851"/>
            <p14:sldId id="849"/>
            <p14:sldId id="850"/>
            <p14:sldId id="264"/>
            <p14:sldId id="841"/>
            <p14:sldId id="826"/>
            <p14:sldId id="308"/>
            <p14:sldId id="838"/>
            <p14:sldId id="833"/>
            <p14:sldId id="834"/>
            <p14:sldId id="686"/>
            <p14:sldId id="687"/>
            <p14:sldId id="839"/>
            <p14:sldId id="334"/>
            <p14:sldId id="335"/>
            <p14:sldId id="336"/>
            <p14:sldId id="337"/>
            <p14:sldId id="338"/>
            <p14:sldId id="339"/>
            <p14:sldId id="852"/>
            <p14:sldId id="835"/>
            <p14:sldId id="340"/>
            <p14:sldId id="836"/>
            <p14:sldId id="837"/>
            <p14:sldId id="341"/>
            <p14:sldId id="342"/>
            <p14:sldId id="343"/>
            <p14:sldId id="840"/>
            <p14:sldId id="300"/>
            <p14:sldId id="847"/>
            <p14:sldId id="853"/>
            <p14:sldId id="843"/>
            <p14:sldId id="301"/>
            <p14:sldId id="302"/>
            <p14:sldId id="303"/>
            <p14:sldId id="304"/>
            <p14:sldId id="305"/>
            <p14:sldId id="306"/>
            <p14:sldId id="845"/>
            <p14:sldId id="846"/>
            <p14:sldId id="283"/>
            <p14:sldId id="595"/>
            <p14:sldId id="854"/>
            <p14:sldId id="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30B76-7EF0-4DC1-86F7-C82CC389D36A}" v="118" dt="2026-10-25T12:56:47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06" autoAdjust="0"/>
    <p:restoredTop sz="93447" autoAdjust="0"/>
  </p:normalViewPr>
  <p:slideViewPr>
    <p:cSldViewPr snapToGrid="0">
      <p:cViewPr varScale="1">
        <p:scale>
          <a:sx n="74" d="100"/>
          <a:sy n="74" d="100"/>
        </p:scale>
        <p:origin x="31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customXml" Target="../customXml/item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microsoft.com/office/2016/11/relationships/changesInfo" Target="changesInfos/changesInfo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notesMaster" Target="notesMasters/notesMaster1.xml"/><Relationship Id="rId64" Type="http://schemas.openxmlformats.org/officeDocument/2006/relationships/customXml" Target="../customXml/item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Relationship Id="rId65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ka Dezsőné Dr. Csizmás Edit" userId="c1a5e704-a740-4b6c-a478-2dfef0195c89" providerId="ADAL" clId="{04C6E131-2981-4DC8-9440-5ECF9A6FE3F5}"/>
    <pc:docChg chg="undo custSel addSld delSld modSld sldOrd delMainMaster addSection delSection modSection">
      <pc:chgData name="Gurka Dezsőné Dr. Csizmás Edit" userId="c1a5e704-a740-4b6c-a478-2dfef0195c89" providerId="ADAL" clId="{04C6E131-2981-4DC8-9440-5ECF9A6FE3F5}" dt="2026-10-25T12:58:56.351" v="749" actId="20577"/>
      <pc:docMkLst>
        <pc:docMk/>
      </pc:docMkLst>
      <pc:sldChg chg="modSp">
        <pc:chgData name="Gurka Dezsőné Dr. Csizmás Edit" userId="c1a5e704-a740-4b6c-a478-2dfef0195c89" providerId="ADAL" clId="{04C6E131-2981-4DC8-9440-5ECF9A6FE3F5}" dt="2026-10-24T19:29:59.360" v="0"/>
        <pc:sldMkLst>
          <pc:docMk/>
          <pc:sldMk cId="2544377514" sldId="256"/>
        </pc:sldMkLst>
        <pc:spChg chg="mod">
          <ac:chgData name="Gurka Dezsőné Dr. Csizmás Edit" userId="c1a5e704-a740-4b6c-a478-2dfef0195c89" providerId="ADAL" clId="{04C6E131-2981-4DC8-9440-5ECF9A6FE3F5}" dt="2026-10-24T19:29:59.360" v="0"/>
          <ac:spMkLst>
            <pc:docMk/>
            <pc:sldMk cId="2544377514" sldId="256"/>
            <ac:spMk id="5" creationId="{00000000-0000-0000-0000-000000000000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4T20:04:17.375" v="6"/>
        <pc:sldMkLst>
          <pc:docMk/>
          <pc:sldMk cId="3316044768" sldId="256"/>
        </pc:sldMkLst>
      </pc:sldChg>
      <pc:sldChg chg="modSp add mod ord modAnim">
        <pc:chgData name="Gurka Dezsőné Dr. Csizmás Edit" userId="c1a5e704-a740-4b6c-a478-2dfef0195c89" providerId="ADAL" clId="{04C6E131-2981-4DC8-9440-5ECF9A6FE3F5}" dt="2026-10-25T12:27:54.777" v="585" actId="6549"/>
        <pc:sldMkLst>
          <pc:docMk/>
          <pc:sldMk cId="0" sldId="260"/>
        </pc:sldMkLst>
        <pc:spChg chg="mod">
          <ac:chgData name="Gurka Dezsőné Dr. Csizmás Edit" userId="c1a5e704-a740-4b6c-a478-2dfef0195c89" providerId="ADAL" clId="{04C6E131-2981-4DC8-9440-5ECF9A6FE3F5}" dt="2026-10-25T12:27:54.777" v="585" actId="6549"/>
          <ac:spMkLst>
            <pc:docMk/>
            <pc:sldMk cId="0" sldId="260"/>
            <ac:spMk id="20487" creationId="{00000000-0000-0000-0000-000000000000}"/>
          </ac:spMkLst>
        </pc:spChg>
        <pc:spChg chg="mod">
          <ac:chgData name="Gurka Dezsőné Dr. Csizmás Edit" userId="c1a5e704-a740-4b6c-a478-2dfef0195c89" providerId="ADAL" clId="{04C6E131-2981-4DC8-9440-5ECF9A6FE3F5}" dt="2026-10-25T12:24:34.752" v="578" actId="5793"/>
          <ac:spMkLst>
            <pc:docMk/>
            <pc:sldMk cId="0" sldId="260"/>
            <ac:spMk id="20488" creationId="{00000000-0000-0000-0000-000000000000}"/>
          </ac:spMkLst>
        </pc:spChg>
      </pc:sldChg>
      <pc:sldChg chg="add ord">
        <pc:chgData name="Gurka Dezsőné Dr. Csizmás Edit" userId="c1a5e704-a740-4b6c-a478-2dfef0195c89" providerId="ADAL" clId="{04C6E131-2981-4DC8-9440-5ECF9A6FE3F5}" dt="2026-10-25T10:01:28.759" v="118"/>
        <pc:sldMkLst>
          <pc:docMk/>
          <pc:sldMk cId="0" sldId="264"/>
        </pc:sldMkLst>
      </pc:sldChg>
      <pc:sldChg chg="modSp add del mod">
        <pc:chgData name="Gurka Dezsőné Dr. Csizmás Edit" userId="c1a5e704-a740-4b6c-a478-2dfef0195c89" providerId="ADAL" clId="{04C6E131-2981-4DC8-9440-5ECF9A6FE3F5}" dt="2026-10-25T11:02:51.424" v="244" actId="47"/>
        <pc:sldMkLst>
          <pc:docMk/>
          <pc:sldMk cId="2768967757" sldId="270"/>
        </pc:sldMkLst>
        <pc:spChg chg="mod">
          <ac:chgData name="Gurka Dezsőné Dr. Csizmás Edit" userId="c1a5e704-a740-4b6c-a478-2dfef0195c89" providerId="ADAL" clId="{04C6E131-2981-4DC8-9440-5ECF9A6FE3F5}" dt="2026-10-25T11:02:46.226" v="243" actId="6549"/>
          <ac:spMkLst>
            <pc:docMk/>
            <pc:sldMk cId="2768967757" sldId="270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1:10:54.535" v="245" actId="47"/>
        <pc:sldMkLst>
          <pc:docMk/>
          <pc:sldMk cId="466360322" sldId="271"/>
        </pc:sldMkLst>
      </pc:sldChg>
      <pc:sldChg chg="add del">
        <pc:chgData name="Gurka Dezsőné Dr. Csizmás Edit" userId="c1a5e704-a740-4b6c-a478-2dfef0195c89" providerId="ADAL" clId="{04C6E131-2981-4DC8-9440-5ECF9A6FE3F5}" dt="2026-10-25T11:30:53.321" v="385" actId="47"/>
        <pc:sldMkLst>
          <pc:docMk/>
          <pc:sldMk cId="610137403" sldId="272"/>
        </pc:sldMkLst>
      </pc:sldChg>
      <pc:sldChg chg="add del">
        <pc:chgData name="Gurka Dezsőné Dr. Csizmás Edit" userId="c1a5e704-a740-4b6c-a478-2dfef0195c89" providerId="ADAL" clId="{04C6E131-2981-4DC8-9440-5ECF9A6FE3F5}" dt="2026-10-25T11:30:53.321" v="385" actId="47"/>
        <pc:sldMkLst>
          <pc:docMk/>
          <pc:sldMk cId="2356207226" sldId="273"/>
        </pc:sldMkLst>
      </pc:sldChg>
      <pc:sldChg chg="add del">
        <pc:chgData name="Gurka Dezsőné Dr. Csizmás Edit" userId="c1a5e704-a740-4b6c-a478-2dfef0195c89" providerId="ADAL" clId="{04C6E131-2981-4DC8-9440-5ECF9A6FE3F5}" dt="2026-10-25T11:30:53.321" v="385" actId="47"/>
        <pc:sldMkLst>
          <pc:docMk/>
          <pc:sldMk cId="3747868626" sldId="274"/>
        </pc:sldMkLst>
      </pc:sldChg>
      <pc:sldChg chg="add">
        <pc:chgData name="Gurka Dezsőné Dr. Csizmás Edit" userId="c1a5e704-a740-4b6c-a478-2dfef0195c89" providerId="ADAL" clId="{04C6E131-2981-4DC8-9440-5ECF9A6FE3F5}" dt="2026-10-24T19:37:36.121" v="1"/>
        <pc:sldMkLst>
          <pc:docMk/>
          <pc:sldMk cId="1275543377" sldId="275"/>
        </pc:sldMkLst>
      </pc:sldChg>
      <pc:sldChg chg="add del">
        <pc:chgData name="Gurka Dezsőné Dr. Csizmás Edit" userId="c1a5e704-a740-4b6c-a478-2dfef0195c89" providerId="ADAL" clId="{04C6E131-2981-4DC8-9440-5ECF9A6FE3F5}" dt="2026-10-25T10:40:23.414" v="202" actId="47"/>
        <pc:sldMkLst>
          <pc:docMk/>
          <pc:sldMk cId="1636093475" sldId="275"/>
        </pc:sldMkLst>
      </pc:sldChg>
      <pc:sldChg chg="add">
        <pc:chgData name="Gurka Dezsőné Dr. Csizmás Edit" userId="c1a5e704-a740-4b6c-a478-2dfef0195c89" providerId="ADAL" clId="{04C6E131-2981-4DC8-9440-5ECF9A6FE3F5}" dt="2026-10-24T19:37:36.121" v="1"/>
        <pc:sldMkLst>
          <pc:docMk/>
          <pc:sldMk cId="772393465" sldId="276"/>
        </pc:sldMkLst>
      </pc:sldChg>
      <pc:sldChg chg="add del">
        <pc:chgData name="Gurka Dezsőné Dr. Csizmás Edit" userId="c1a5e704-a740-4b6c-a478-2dfef0195c89" providerId="ADAL" clId="{04C6E131-2981-4DC8-9440-5ECF9A6FE3F5}" dt="2026-10-25T10:40:23.414" v="202" actId="47"/>
        <pc:sldMkLst>
          <pc:docMk/>
          <pc:sldMk cId="4032564489" sldId="276"/>
        </pc:sldMkLst>
      </pc:sldChg>
      <pc:sldChg chg="add">
        <pc:chgData name="Gurka Dezsőné Dr. Csizmás Edit" userId="c1a5e704-a740-4b6c-a478-2dfef0195c89" providerId="ADAL" clId="{04C6E131-2981-4DC8-9440-5ECF9A6FE3F5}" dt="2026-10-24T19:37:36.121" v="1"/>
        <pc:sldMkLst>
          <pc:docMk/>
          <pc:sldMk cId="1512448125" sldId="277"/>
        </pc:sldMkLst>
      </pc:sldChg>
      <pc:sldChg chg="add del">
        <pc:chgData name="Gurka Dezsőné Dr. Csizmás Edit" userId="c1a5e704-a740-4b6c-a478-2dfef0195c89" providerId="ADAL" clId="{04C6E131-2981-4DC8-9440-5ECF9A6FE3F5}" dt="2026-10-25T10:40:23.414" v="202" actId="47"/>
        <pc:sldMkLst>
          <pc:docMk/>
          <pc:sldMk cId="3720672441" sldId="277"/>
        </pc:sldMkLst>
      </pc:sldChg>
      <pc:sldChg chg="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3040016590" sldId="278"/>
        </pc:sldMkLst>
      </pc:sldChg>
      <pc:sldChg chg="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2302786632" sldId="279"/>
        </pc:sldMkLst>
      </pc:sldChg>
      <pc:sldChg chg="add del">
        <pc:chgData name="Gurka Dezsőné Dr. Csizmás Edit" userId="c1a5e704-a740-4b6c-a478-2dfef0195c89" providerId="ADAL" clId="{04C6E131-2981-4DC8-9440-5ECF9A6FE3F5}" dt="2026-10-25T10:35:48.235" v="199" actId="47"/>
        <pc:sldMkLst>
          <pc:docMk/>
          <pc:sldMk cId="2588657185" sldId="280"/>
        </pc:sldMkLst>
      </pc:sldChg>
      <pc:sldChg chg="add del">
        <pc:chgData name="Gurka Dezsőné Dr. Csizmás Edit" userId="c1a5e704-a740-4b6c-a478-2dfef0195c89" providerId="ADAL" clId="{04C6E131-2981-4DC8-9440-5ECF9A6FE3F5}" dt="2026-10-25T10:35:48.235" v="199" actId="47"/>
        <pc:sldMkLst>
          <pc:docMk/>
          <pc:sldMk cId="923372177" sldId="281"/>
        </pc:sldMkLst>
      </pc:sldChg>
      <pc:sldChg chg="add del">
        <pc:chgData name="Gurka Dezsőné Dr. Csizmás Edit" userId="c1a5e704-a740-4b6c-a478-2dfef0195c89" providerId="ADAL" clId="{04C6E131-2981-4DC8-9440-5ECF9A6FE3F5}" dt="2026-10-25T11:30:53.321" v="385" actId="47"/>
        <pc:sldMkLst>
          <pc:docMk/>
          <pc:sldMk cId="1953558931" sldId="282"/>
        </pc:sldMkLst>
      </pc:sldChg>
      <pc:sldChg chg="modSp add mod">
        <pc:chgData name="Gurka Dezsőné Dr. Csizmás Edit" userId="c1a5e704-a740-4b6c-a478-2dfef0195c89" providerId="ADAL" clId="{04C6E131-2981-4DC8-9440-5ECF9A6FE3F5}" dt="2026-10-25T11:30:28.095" v="380" actId="27636"/>
        <pc:sldMkLst>
          <pc:docMk/>
          <pc:sldMk cId="1287220523" sldId="283"/>
        </pc:sldMkLst>
        <pc:spChg chg="mod">
          <ac:chgData name="Gurka Dezsőné Dr. Csizmás Edit" userId="c1a5e704-a740-4b6c-a478-2dfef0195c89" providerId="ADAL" clId="{04C6E131-2981-4DC8-9440-5ECF9A6FE3F5}" dt="2026-10-25T11:30:28.095" v="380" actId="27636"/>
          <ac:spMkLst>
            <pc:docMk/>
            <pc:sldMk cId="1287220523" sldId="283"/>
            <ac:spMk id="8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2701211998" sldId="287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2234323797" sldId="288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1748128860" sldId="289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88051756" sldId="290"/>
        </pc:sldMkLst>
      </pc:sldChg>
      <pc:sldChg chg="modSp add del mod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108278246" sldId="291"/>
        </pc:sldMkLst>
        <pc:spChg chg="mod">
          <ac:chgData name="Gurka Dezsőné Dr. Csizmás Edit" userId="c1a5e704-a740-4b6c-a478-2dfef0195c89" providerId="ADAL" clId="{04C6E131-2981-4DC8-9440-5ECF9A6FE3F5}" dt="2026-10-25T10:14:50.364" v="167" actId="27636"/>
          <ac:spMkLst>
            <pc:docMk/>
            <pc:sldMk cId="108278246" sldId="291"/>
            <ac:spMk id="2" creationId="{00000000-0000-0000-0000-000000000000}"/>
          </ac:spMkLst>
        </pc:spChg>
      </pc:sldChg>
      <pc:sldChg chg="modSp add mod ord modAnim">
        <pc:chgData name="Gurka Dezsőné Dr. Csizmás Edit" userId="c1a5e704-a740-4b6c-a478-2dfef0195c89" providerId="ADAL" clId="{04C6E131-2981-4DC8-9440-5ECF9A6FE3F5}" dt="2026-10-25T10:28:51.823" v="196" actId="20577"/>
        <pc:sldMkLst>
          <pc:docMk/>
          <pc:sldMk cId="764392693" sldId="298"/>
        </pc:sldMkLst>
        <pc:spChg chg="mod">
          <ac:chgData name="Gurka Dezsőné Dr. Csizmás Edit" userId="c1a5e704-a740-4b6c-a478-2dfef0195c89" providerId="ADAL" clId="{04C6E131-2981-4DC8-9440-5ECF9A6FE3F5}" dt="2026-10-25T10:28:51.823" v="196" actId="20577"/>
          <ac:spMkLst>
            <pc:docMk/>
            <pc:sldMk cId="764392693" sldId="298"/>
            <ac:spMk id="2" creationId="{00000000-0000-0000-0000-000000000000}"/>
          </ac:spMkLst>
        </pc:spChg>
        <pc:spChg chg="mod">
          <ac:chgData name="Gurka Dezsőné Dr. Csizmás Edit" userId="c1a5e704-a740-4b6c-a478-2dfef0195c89" providerId="ADAL" clId="{04C6E131-2981-4DC8-9440-5ECF9A6FE3F5}" dt="2026-10-25T09:58:39.761" v="79" actId="5793"/>
          <ac:spMkLst>
            <pc:docMk/>
            <pc:sldMk cId="764392693" sldId="298"/>
            <ac:spMk id="8" creationId="{00000000-0000-0000-0000-000000000000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1:26:56.289" v="338" actId="20577"/>
        <pc:sldMkLst>
          <pc:docMk/>
          <pc:sldMk cId="4191516023" sldId="300"/>
        </pc:sldMkLst>
        <pc:spChg chg="mod">
          <ac:chgData name="Gurka Dezsőné Dr. Csizmás Edit" userId="c1a5e704-a740-4b6c-a478-2dfef0195c89" providerId="ADAL" clId="{04C6E131-2981-4DC8-9440-5ECF9A6FE3F5}" dt="2026-10-25T11:26:56.289" v="338" actId="20577"/>
          <ac:spMkLst>
            <pc:docMk/>
            <pc:sldMk cId="4191516023" sldId="300"/>
            <ac:spMk id="7" creationId="{00000000-0000-0000-0000-000000000000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0:06:16.516" v="121" actId="6549"/>
        <pc:sldMkLst>
          <pc:docMk/>
          <pc:sldMk cId="1567758614" sldId="301"/>
        </pc:sldMkLst>
        <pc:spChg chg="mod">
          <ac:chgData name="Gurka Dezsőné Dr. Csizmás Edit" userId="c1a5e704-a740-4b6c-a478-2dfef0195c89" providerId="ADAL" clId="{04C6E131-2981-4DC8-9440-5ECF9A6FE3F5}" dt="2026-10-25T10:06:16.516" v="121" actId="6549"/>
          <ac:spMkLst>
            <pc:docMk/>
            <pc:sldMk cId="1567758614" sldId="301"/>
            <ac:spMk id="2" creationId="{00000000-0000-0000-0000-000000000000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5T10:05:23.358" v="120"/>
        <pc:sldMkLst>
          <pc:docMk/>
          <pc:sldMk cId="476129555" sldId="302"/>
        </pc:sldMkLst>
      </pc:sldChg>
      <pc:sldChg chg="add">
        <pc:chgData name="Gurka Dezsőné Dr. Csizmás Edit" userId="c1a5e704-a740-4b6c-a478-2dfef0195c89" providerId="ADAL" clId="{04C6E131-2981-4DC8-9440-5ECF9A6FE3F5}" dt="2026-10-25T10:05:23.358" v="120"/>
        <pc:sldMkLst>
          <pc:docMk/>
          <pc:sldMk cId="1244791314" sldId="303"/>
        </pc:sldMkLst>
      </pc:sldChg>
      <pc:sldChg chg="add">
        <pc:chgData name="Gurka Dezsőné Dr. Csizmás Edit" userId="c1a5e704-a740-4b6c-a478-2dfef0195c89" providerId="ADAL" clId="{04C6E131-2981-4DC8-9440-5ECF9A6FE3F5}" dt="2026-10-25T10:05:23.358" v="120"/>
        <pc:sldMkLst>
          <pc:docMk/>
          <pc:sldMk cId="1493123824" sldId="304"/>
        </pc:sldMkLst>
      </pc:sldChg>
      <pc:sldChg chg="add">
        <pc:chgData name="Gurka Dezsőné Dr. Csizmás Edit" userId="c1a5e704-a740-4b6c-a478-2dfef0195c89" providerId="ADAL" clId="{04C6E131-2981-4DC8-9440-5ECF9A6FE3F5}" dt="2026-10-25T10:05:23.358" v="120"/>
        <pc:sldMkLst>
          <pc:docMk/>
          <pc:sldMk cId="685510530" sldId="305"/>
        </pc:sldMkLst>
      </pc:sldChg>
      <pc:sldChg chg="addSp modSp add mod">
        <pc:chgData name="Gurka Dezsőné Dr. Csizmás Edit" userId="c1a5e704-a740-4b6c-a478-2dfef0195c89" providerId="ADAL" clId="{04C6E131-2981-4DC8-9440-5ECF9A6FE3F5}" dt="2026-10-25T10:11:24.333" v="165" actId="1038"/>
        <pc:sldMkLst>
          <pc:docMk/>
          <pc:sldMk cId="4113464046" sldId="306"/>
        </pc:sldMkLst>
        <pc:spChg chg="add mod">
          <ac:chgData name="Gurka Dezsőné Dr. Csizmás Edit" userId="c1a5e704-a740-4b6c-a478-2dfef0195c89" providerId="ADAL" clId="{04C6E131-2981-4DC8-9440-5ECF9A6FE3F5}" dt="2026-10-25T10:11:24.333" v="165" actId="1038"/>
          <ac:spMkLst>
            <pc:docMk/>
            <pc:sldMk cId="4113464046" sldId="306"/>
            <ac:spMk id="7" creationId="{EC08F1F7-1F90-F5FC-FE84-A49C5DD3A56E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5T09:53:01.162" v="11"/>
        <pc:sldMkLst>
          <pc:docMk/>
          <pc:sldMk cId="465713434" sldId="308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3591698136" sldId="309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1946074852" sldId="310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2695984678" sldId="334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754318156" sldId="335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206569039" sldId="336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012777364" sldId="337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415509869" sldId="338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570642734" sldId="339"/>
        </pc:sldMkLst>
      </pc:sldChg>
      <pc:sldChg chg="add ord">
        <pc:chgData name="Gurka Dezsőné Dr. Csizmás Edit" userId="c1a5e704-a740-4b6c-a478-2dfef0195c89" providerId="ADAL" clId="{04C6E131-2981-4DC8-9440-5ECF9A6FE3F5}" dt="2026-10-25T10:49:43.094" v="242"/>
        <pc:sldMkLst>
          <pc:docMk/>
          <pc:sldMk cId="3473743754" sldId="340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886525960" sldId="341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808769859" sldId="342"/>
        </pc:sldMkLst>
      </pc:sldChg>
      <pc:sldChg chg="addSp delSp add mod">
        <pc:chgData name="Gurka Dezsőné Dr. Csizmás Edit" userId="c1a5e704-a740-4b6c-a478-2dfef0195c89" providerId="ADAL" clId="{04C6E131-2981-4DC8-9440-5ECF9A6FE3F5}" dt="2026-10-25T10:43:43.116" v="219" actId="22"/>
        <pc:sldMkLst>
          <pc:docMk/>
          <pc:sldMk cId="3942732099" sldId="343"/>
        </pc:sldMkLst>
        <pc:spChg chg="add del">
          <ac:chgData name="Gurka Dezsőné Dr. Csizmás Edit" userId="c1a5e704-a740-4b6c-a478-2dfef0195c89" providerId="ADAL" clId="{04C6E131-2981-4DC8-9440-5ECF9A6FE3F5}" dt="2026-10-25T10:43:43.116" v="219" actId="22"/>
          <ac:spMkLst>
            <pc:docMk/>
            <pc:sldMk cId="3942732099" sldId="343"/>
            <ac:spMk id="6" creationId="{DA6D412C-8D54-505F-DEF0-548D94083278}"/>
          </ac:spMkLst>
        </pc:spChg>
      </pc:sldChg>
      <pc:sldChg chg="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468146338" sldId="444"/>
        </pc:sldMkLst>
      </pc:sldChg>
      <pc:sldChg chg="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3410372608" sldId="445"/>
        </pc:sldMkLst>
      </pc:sldChg>
      <pc:sldChg chg="add">
        <pc:chgData name="Gurka Dezsőné Dr. Csizmás Edit" userId="c1a5e704-a740-4b6c-a478-2dfef0195c89" providerId="ADAL" clId="{04C6E131-2981-4DC8-9440-5ECF9A6FE3F5}" dt="2026-10-24T19:37:36.121" v="1"/>
        <pc:sldMkLst>
          <pc:docMk/>
          <pc:sldMk cId="1872096779" sldId="446"/>
        </pc:sldMkLst>
      </pc:sldChg>
      <pc:sldChg chg="add del">
        <pc:chgData name="Gurka Dezsőné Dr. Csizmás Edit" userId="c1a5e704-a740-4b6c-a478-2dfef0195c89" providerId="ADAL" clId="{04C6E131-2981-4DC8-9440-5ECF9A6FE3F5}" dt="2026-10-25T10:35:48.235" v="199" actId="47"/>
        <pc:sldMkLst>
          <pc:docMk/>
          <pc:sldMk cId="2937164438" sldId="447"/>
        </pc:sldMkLst>
      </pc:sldChg>
      <pc:sldChg chg="add del">
        <pc:chgData name="Gurka Dezsőné Dr. Csizmás Edit" userId="c1a5e704-a740-4b6c-a478-2dfef0195c89" providerId="ADAL" clId="{04C6E131-2981-4DC8-9440-5ECF9A6FE3F5}" dt="2026-10-25T10:35:48.235" v="199" actId="47"/>
        <pc:sldMkLst>
          <pc:docMk/>
          <pc:sldMk cId="2713340847" sldId="448"/>
        </pc:sldMkLst>
      </pc:sldChg>
      <pc:sldChg chg="add del">
        <pc:chgData name="Gurka Dezsőné Dr. Csizmás Edit" userId="c1a5e704-a740-4b6c-a478-2dfef0195c89" providerId="ADAL" clId="{04C6E131-2981-4DC8-9440-5ECF9A6FE3F5}" dt="2026-10-25T12:20:05.942" v="522" actId="47"/>
        <pc:sldMkLst>
          <pc:docMk/>
          <pc:sldMk cId="0" sldId="457"/>
        </pc:sldMkLst>
      </pc:sldChg>
      <pc:sldChg chg="add del">
        <pc:chgData name="Gurka Dezsőné Dr. Csizmás Edit" userId="c1a5e704-a740-4b6c-a478-2dfef0195c89" providerId="ADAL" clId="{04C6E131-2981-4DC8-9440-5ECF9A6FE3F5}" dt="2026-10-25T12:20:13.488" v="523" actId="47"/>
        <pc:sldMkLst>
          <pc:docMk/>
          <pc:sldMk cId="0" sldId="458"/>
        </pc:sldMkLst>
      </pc:sldChg>
      <pc:sldChg chg="add del">
        <pc:chgData name="Gurka Dezsőné Dr. Csizmás Edit" userId="c1a5e704-a740-4b6c-a478-2dfef0195c89" providerId="ADAL" clId="{04C6E131-2981-4DC8-9440-5ECF9A6FE3F5}" dt="2026-10-25T12:20:29.172" v="524" actId="47"/>
        <pc:sldMkLst>
          <pc:docMk/>
          <pc:sldMk cId="0" sldId="459"/>
        </pc:sldMkLst>
      </pc:sldChg>
      <pc:sldChg chg="add del">
        <pc:chgData name="Gurka Dezsőné Dr. Csizmás Edit" userId="c1a5e704-a740-4b6c-a478-2dfef0195c89" providerId="ADAL" clId="{04C6E131-2981-4DC8-9440-5ECF9A6FE3F5}" dt="2026-10-25T12:25:45.766" v="582" actId="47"/>
        <pc:sldMkLst>
          <pc:docMk/>
          <pc:sldMk cId="0" sldId="460"/>
        </pc:sldMkLst>
      </pc:sldChg>
      <pc:sldChg chg="add del">
        <pc:chgData name="Gurka Dezsőné Dr. Csizmás Edit" userId="c1a5e704-a740-4b6c-a478-2dfef0195c89" providerId="ADAL" clId="{04C6E131-2981-4DC8-9440-5ECF9A6FE3F5}" dt="2026-10-25T12:25:45.766" v="582" actId="47"/>
        <pc:sldMkLst>
          <pc:docMk/>
          <pc:sldMk cId="0" sldId="461"/>
        </pc:sldMkLst>
      </pc:sldChg>
      <pc:sldChg chg="add del">
        <pc:chgData name="Gurka Dezsőné Dr. Csizmás Edit" userId="c1a5e704-a740-4b6c-a478-2dfef0195c89" providerId="ADAL" clId="{04C6E131-2981-4DC8-9440-5ECF9A6FE3F5}" dt="2026-10-25T12:28:33.662" v="590" actId="47"/>
        <pc:sldMkLst>
          <pc:docMk/>
          <pc:sldMk cId="0" sldId="462"/>
        </pc:sldMkLst>
      </pc:sldChg>
      <pc:sldChg chg="addSp delSp modSp add mod">
        <pc:chgData name="Gurka Dezsőné Dr. Csizmás Edit" userId="c1a5e704-a740-4b6c-a478-2dfef0195c89" providerId="ADAL" clId="{04C6E131-2981-4DC8-9440-5ECF9A6FE3F5}" dt="2026-10-25T11:30:47.857" v="384"/>
        <pc:sldMkLst>
          <pc:docMk/>
          <pc:sldMk cId="2160309816" sldId="595"/>
        </pc:sldMkLst>
        <pc:spChg chg="add del mod">
          <ac:chgData name="Gurka Dezsőné Dr. Csizmás Edit" userId="c1a5e704-a740-4b6c-a478-2dfef0195c89" providerId="ADAL" clId="{04C6E131-2981-4DC8-9440-5ECF9A6FE3F5}" dt="2026-10-25T11:30:47.857" v="384"/>
          <ac:spMkLst>
            <pc:docMk/>
            <pc:sldMk cId="2160309816" sldId="595"/>
            <ac:spMk id="2" creationId="{2E3D8748-7D16-36A9-DC3A-5DC1DFB84689}"/>
          </ac:spMkLst>
        </pc:spChg>
        <pc:spChg chg="mod">
          <ac:chgData name="Gurka Dezsőné Dr. Csizmás Edit" userId="c1a5e704-a740-4b6c-a478-2dfef0195c89" providerId="ADAL" clId="{04C6E131-2981-4DC8-9440-5ECF9A6FE3F5}" dt="2026-10-25T11:30:43.167" v="382"/>
          <ac:spMkLst>
            <pc:docMk/>
            <pc:sldMk cId="2160309816" sldId="595"/>
            <ac:spMk id="8" creationId="{00000000-0000-0000-0000-000000000000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2855115522" sldId="686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2267470129" sldId="687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3377236702" sldId="690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383388278" sldId="691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1653497496" sldId="692"/>
        </pc:sldMkLst>
      </pc:sldChg>
      <pc:sldChg chg="add del">
        <pc:chgData name="Gurka Dezsőné Dr. Csizmás Edit" userId="c1a5e704-a740-4b6c-a478-2dfef0195c89" providerId="ADAL" clId="{04C6E131-2981-4DC8-9440-5ECF9A6FE3F5}" dt="2026-10-25T12:07:53.161" v="390" actId="47"/>
        <pc:sldMkLst>
          <pc:docMk/>
          <pc:sldMk cId="2508119489" sldId="693"/>
        </pc:sldMkLst>
      </pc:sldChg>
      <pc:sldChg chg="add del setBg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0" sldId="694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967266867" sldId="695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1084164258" sldId="696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0" sldId="697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0" sldId="698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0" sldId="699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1510233197" sldId="700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3979960877" sldId="701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2393106412" sldId="702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3981666178" sldId="703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1851558738" sldId="704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902721140" sldId="705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1862776261" sldId="706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3557354944" sldId="707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2494888598" sldId="708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3308843622" sldId="709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1585548764" sldId="710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2394983443" sldId="711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4023129017" sldId="712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42302958" sldId="713"/>
        </pc:sldMkLst>
      </pc:sldChg>
      <pc:sldChg chg="add del">
        <pc:chgData name="Gurka Dezsőné Dr. Csizmás Edit" userId="c1a5e704-a740-4b6c-a478-2dfef0195c89" providerId="ADAL" clId="{04C6E131-2981-4DC8-9440-5ECF9A6FE3F5}" dt="2026-10-25T10:36:41.631" v="200" actId="47"/>
        <pc:sldMkLst>
          <pc:docMk/>
          <pc:sldMk cId="2517963117" sldId="714"/>
        </pc:sldMkLst>
      </pc:sldChg>
      <pc:sldChg chg="add del">
        <pc:chgData name="Gurka Dezsőné Dr. Csizmás Edit" userId="c1a5e704-a740-4b6c-a478-2dfef0195c89" providerId="ADAL" clId="{04C6E131-2981-4DC8-9440-5ECF9A6FE3F5}" dt="2026-10-25T12:30:02.567" v="593" actId="47"/>
        <pc:sldMkLst>
          <pc:docMk/>
          <pc:sldMk cId="1233868085" sldId="715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864966922" sldId="736"/>
        </pc:sldMkLst>
      </pc:sldChg>
      <pc:sldChg chg="add del">
        <pc:chgData name="Gurka Dezsőné Dr. Csizmás Edit" userId="c1a5e704-a740-4b6c-a478-2dfef0195c89" providerId="ADAL" clId="{04C6E131-2981-4DC8-9440-5ECF9A6FE3F5}" dt="2026-10-25T10:35:29.840" v="198" actId="47"/>
        <pc:sldMkLst>
          <pc:docMk/>
          <pc:sldMk cId="3078834326" sldId="737"/>
        </pc:sldMkLst>
      </pc:sldChg>
      <pc:sldChg chg="add del">
        <pc:chgData name="Gurka Dezsőné Dr. Csizmás Edit" userId="c1a5e704-a740-4b6c-a478-2dfef0195c89" providerId="ADAL" clId="{04C6E131-2981-4DC8-9440-5ECF9A6FE3F5}" dt="2026-10-25T10:45:31.991" v="235" actId="47"/>
        <pc:sldMkLst>
          <pc:docMk/>
          <pc:sldMk cId="0" sldId="778"/>
        </pc:sldMkLst>
      </pc:sldChg>
      <pc:sldChg chg="add del">
        <pc:chgData name="Gurka Dezsőné Dr. Csizmás Edit" userId="c1a5e704-a740-4b6c-a478-2dfef0195c89" providerId="ADAL" clId="{04C6E131-2981-4DC8-9440-5ECF9A6FE3F5}" dt="2026-10-25T12:30:15.927" v="594" actId="47"/>
        <pc:sldMkLst>
          <pc:docMk/>
          <pc:sldMk cId="0" sldId="779"/>
        </pc:sldMkLst>
      </pc:sldChg>
      <pc:sldChg chg="modSp add del">
        <pc:chgData name="Gurka Dezsőné Dr. Csizmás Edit" userId="c1a5e704-a740-4b6c-a478-2dfef0195c89" providerId="ADAL" clId="{04C6E131-2981-4DC8-9440-5ECF9A6FE3F5}" dt="2026-10-25T12:31:02.612" v="596" actId="47"/>
        <pc:sldMkLst>
          <pc:docMk/>
          <pc:sldMk cId="0" sldId="780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0" sldId="780"/>
            <ac:spMk id="12291" creationId="{F03FF582-5BF2-4C86-80A7-EA409D825FEE}"/>
          </ac:spMkLst>
        </pc:spChg>
        <pc:spChg chg="mod">
          <ac:chgData name="Gurka Dezsőné Dr. Csizmás Edit" userId="c1a5e704-a740-4b6c-a478-2dfef0195c89" providerId="ADAL" clId="{04C6E131-2981-4DC8-9440-5ECF9A6FE3F5}" dt="2026-10-24T20:11:47.149" v="8" actId="1076"/>
          <ac:spMkLst>
            <pc:docMk/>
            <pc:sldMk cId="0" sldId="780"/>
            <ac:spMk id="12294" creationId="{B5E356A2-148A-499A-A583-7D76A531D1F2}"/>
          </ac:spMkLst>
        </pc:spChg>
        <pc:spChg chg="mod">
          <ac:chgData name="Gurka Dezsőné Dr. Csizmás Edit" userId="c1a5e704-a740-4b6c-a478-2dfef0195c89" providerId="ADAL" clId="{04C6E131-2981-4DC8-9440-5ECF9A6FE3F5}" dt="2026-10-24T20:11:47.149" v="8" actId="1076"/>
          <ac:spMkLst>
            <pc:docMk/>
            <pc:sldMk cId="0" sldId="780"/>
            <ac:spMk id="12295" creationId="{32D4C654-4E65-49AB-8E27-0CCB9AE02906}"/>
          </ac:spMkLst>
        </pc:spChg>
        <pc:spChg chg="mod">
          <ac:chgData name="Gurka Dezsőné Dr. Csizmás Edit" userId="c1a5e704-a740-4b6c-a478-2dfef0195c89" providerId="ADAL" clId="{04C6E131-2981-4DC8-9440-5ECF9A6FE3F5}" dt="2026-10-24T20:11:47.149" v="8" actId="1076"/>
          <ac:spMkLst>
            <pc:docMk/>
            <pc:sldMk cId="0" sldId="780"/>
            <ac:spMk id="12296" creationId="{518AA6BE-893E-47D8-AF2B-29082D341822}"/>
          </ac:spMkLst>
        </pc:spChg>
        <pc:spChg chg="mod">
          <ac:chgData name="Gurka Dezsőné Dr. Csizmás Edit" userId="c1a5e704-a740-4b6c-a478-2dfef0195c89" providerId="ADAL" clId="{04C6E131-2981-4DC8-9440-5ECF9A6FE3F5}" dt="2026-10-24T20:11:47.149" v="8" actId="1076"/>
          <ac:spMkLst>
            <pc:docMk/>
            <pc:sldMk cId="0" sldId="780"/>
            <ac:spMk id="12297" creationId="{C173C7B1-42A8-4656-A946-4838EB979E31}"/>
          </ac:spMkLst>
        </pc:spChg>
        <pc:grpChg chg="mod">
          <ac:chgData name="Gurka Dezsőné Dr. Csizmás Edit" userId="c1a5e704-a740-4b6c-a478-2dfef0195c89" providerId="ADAL" clId="{04C6E131-2981-4DC8-9440-5ECF9A6FE3F5}" dt="2026-10-24T20:11:47.149" v="8" actId="1076"/>
          <ac:grpSpMkLst>
            <pc:docMk/>
            <pc:sldMk cId="0" sldId="780"/>
            <ac:grpSpMk id="12293" creationId="{B81E86C0-8B88-4C0D-864B-B0D5EC8FF970}"/>
          </ac:grpSpMkLst>
        </pc:grpChg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1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2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3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4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5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6"/>
        </pc:sldMkLst>
      </pc:sldChg>
      <pc:sldChg chg="modSp add del">
        <pc:chgData name="Gurka Dezsőné Dr. Csizmás Edit" userId="c1a5e704-a740-4b6c-a478-2dfef0195c89" providerId="ADAL" clId="{04C6E131-2981-4DC8-9440-5ECF9A6FE3F5}" dt="2026-10-25T11:32:17.499" v="387" actId="47"/>
        <pc:sldMkLst>
          <pc:docMk/>
          <pc:sldMk cId="0" sldId="787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0" sldId="787"/>
            <ac:spMk id="3" creationId="{A1AE5173-CCAC-4821-BF43-858B4C16CA14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8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89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0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1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2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3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4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5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6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7"/>
        </pc:sldMkLst>
      </pc:sldChg>
      <pc:sldChg chg="modSp 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0" sldId="798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0" sldId="798"/>
            <ac:spMk id="33796" creationId="{8E416754-B033-49C6-BB27-23734B5CB0A8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340116500" sldId="799"/>
        </pc:sldMkLst>
      </pc:sldChg>
      <pc:sldChg chg="modSp 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1172280539" sldId="800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1172280539" sldId="800"/>
            <ac:spMk id="2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1418887536" sldId="801"/>
        </pc:sldMkLst>
      </pc:sldChg>
      <pc:sldChg chg="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3915552269" sldId="802"/>
        </pc:sldMkLst>
      </pc:sldChg>
      <pc:sldChg chg="modSp 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825780950" sldId="803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825780950" sldId="803"/>
            <ac:spMk id="3" creationId="{00000000-0000-0000-0000-000000000000}"/>
          </ac:spMkLst>
        </pc:spChg>
      </pc:sldChg>
      <pc:sldChg chg="modSp 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862863899" sldId="804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862863899" sldId="804"/>
            <ac:spMk id="2" creationId="{00000000-0000-0000-0000-000000000000}"/>
          </ac:spMkLst>
        </pc:spChg>
      </pc:sldChg>
      <pc:sldChg chg="modSp 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4269405403" sldId="805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4269405403" sldId="805"/>
            <ac:spMk id="2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1353474775" sldId="806"/>
        </pc:sldMkLst>
      </pc:sldChg>
      <pc:sldChg chg="add del">
        <pc:chgData name="Gurka Dezsőné Dr. Csizmás Edit" userId="c1a5e704-a740-4b6c-a478-2dfef0195c89" providerId="ADAL" clId="{04C6E131-2981-4DC8-9440-5ECF9A6FE3F5}" dt="2026-10-25T11:31:23.641" v="386" actId="47"/>
        <pc:sldMkLst>
          <pc:docMk/>
          <pc:sldMk cId="2057217660" sldId="807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2893146979" sldId="808"/>
        </pc:sldMkLst>
      </pc:sldChg>
      <pc:sldChg chg="modSp 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3517160782" sldId="808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3517160782" sldId="808"/>
            <ac:spMk id="4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1613205098" sldId="809"/>
        </pc:sldMkLst>
      </pc:sldChg>
      <pc:sldChg chg="modSp 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3890871346" sldId="809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3890871346" sldId="809"/>
            <ac:spMk id="4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1499666051" sldId="810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2351818827" sldId="810"/>
        </pc:sldMkLst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1392310710" sldId="811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4172923768" sldId="811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90474889" sldId="812"/>
        </pc:sldMkLst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1299952948" sldId="812"/>
        </pc:sldMkLst>
      </pc:sldChg>
      <pc:sldChg chg="add del">
        <pc:chgData name="Gurka Dezsőné Dr. Csizmás Edit" userId="c1a5e704-a740-4b6c-a478-2dfef0195c89" providerId="ADAL" clId="{04C6E131-2981-4DC8-9440-5ECF9A6FE3F5}" dt="2026-10-25T10:40:58.644" v="203" actId="47"/>
        <pc:sldMkLst>
          <pc:docMk/>
          <pc:sldMk cId="519998802" sldId="813"/>
        </pc:sldMkLst>
      </pc:sldChg>
      <pc:sldChg chg="modSp add del">
        <pc:chgData name="Gurka Dezsőné Dr. Csizmás Edit" userId="c1a5e704-a740-4b6c-a478-2dfef0195c89" providerId="ADAL" clId="{04C6E131-2981-4DC8-9440-5ECF9A6FE3F5}" dt="2026-10-25T10:40:58.644" v="203" actId="47"/>
        <pc:sldMkLst>
          <pc:docMk/>
          <pc:sldMk cId="3854859279" sldId="814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3854859279" sldId="814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0:40:58.644" v="203" actId="47"/>
        <pc:sldMkLst>
          <pc:docMk/>
          <pc:sldMk cId="3328311941" sldId="815"/>
        </pc:sldMkLst>
      </pc:sldChg>
      <pc:sldChg chg="add del">
        <pc:chgData name="Gurka Dezsőné Dr. Csizmás Edit" userId="c1a5e704-a740-4b6c-a478-2dfef0195c89" providerId="ADAL" clId="{04C6E131-2981-4DC8-9440-5ECF9A6FE3F5}" dt="2026-10-25T10:40:58.644" v="203" actId="47"/>
        <pc:sldMkLst>
          <pc:docMk/>
          <pc:sldMk cId="1284023533" sldId="816"/>
        </pc:sldMkLst>
      </pc:sldChg>
      <pc:sldChg chg="modSp add del">
        <pc:chgData name="Gurka Dezsőné Dr. Csizmás Edit" userId="c1a5e704-a740-4b6c-a478-2dfef0195c89" providerId="ADAL" clId="{04C6E131-2981-4DC8-9440-5ECF9A6FE3F5}" dt="2026-10-25T10:40:58.644" v="203" actId="47"/>
        <pc:sldMkLst>
          <pc:docMk/>
          <pc:sldMk cId="1438898980" sldId="817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1438898980" sldId="817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281817511" sldId="818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310613850" sldId="818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285565354" sldId="819"/>
        </pc:sldMkLst>
      </pc:sldChg>
      <pc:sldChg chg="modSp 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3189434314" sldId="819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3189434314" sldId="819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3138184253" sldId="820"/>
        </pc:sldMkLst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3360773680" sldId="820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173684350" sldId="821"/>
        </pc:sldMkLst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1910694800" sldId="821"/>
        </pc:sldMkLst>
      </pc:sldChg>
      <pc:sldChg chg="add del">
        <pc:chgData name="Gurka Dezsőné Dr. Csizmás Edit" userId="c1a5e704-a740-4b6c-a478-2dfef0195c89" providerId="ADAL" clId="{04C6E131-2981-4DC8-9440-5ECF9A6FE3F5}" dt="2026-10-25T10:40:11.395" v="201" actId="47"/>
        <pc:sldMkLst>
          <pc:docMk/>
          <pc:sldMk cId="170213338" sldId="822"/>
        </pc:sldMkLst>
      </pc:sldChg>
      <pc:sldChg chg="add del">
        <pc:chgData name="Gurka Dezsőné Dr. Csizmás Edit" userId="c1a5e704-a740-4b6c-a478-2dfef0195c89" providerId="ADAL" clId="{04C6E131-2981-4DC8-9440-5ECF9A6FE3F5}" dt="2026-10-24T19:48:40.762" v="5"/>
        <pc:sldMkLst>
          <pc:docMk/>
          <pc:sldMk cId="2417873839" sldId="822"/>
        </pc:sldMkLst>
      </pc:sldChg>
      <pc:sldChg chg="modSp 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1182238295" sldId="823"/>
        </pc:sldMkLst>
        <pc:spChg chg="mod">
          <ac:chgData name="Gurka Dezsőné Dr. Csizmás Edit" userId="c1a5e704-a740-4b6c-a478-2dfef0195c89" providerId="ADAL" clId="{04C6E131-2981-4DC8-9440-5ECF9A6FE3F5}" dt="2026-10-24T19:48:32.574" v="4"/>
          <ac:spMkLst>
            <pc:docMk/>
            <pc:sldMk cId="1182238295" sldId="823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2826753681" sldId="824"/>
        </pc:sldMkLst>
      </pc:sldChg>
      <pc:sldChg chg="add del">
        <pc:chgData name="Gurka Dezsőné Dr. Csizmás Edit" userId="c1a5e704-a740-4b6c-a478-2dfef0195c89" providerId="ADAL" clId="{04C6E131-2981-4DC8-9440-5ECF9A6FE3F5}" dt="2026-10-25T12:33:06.920" v="600" actId="47"/>
        <pc:sldMkLst>
          <pc:docMk/>
          <pc:sldMk cId="3224016449" sldId="825"/>
        </pc:sldMkLst>
      </pc:sldChg>
      <pc:sldChg chg="delSp modSp add mod">
        <pc:chgData name="Gurka Dezsőné Dr. Csizmás Edit" userId="c1a5e704-a740-4b6c-a478-2dfef0195c89" providerId="ADAL" clId="{04C6E131-2981-4DC8-9440-5ECF9A6FE3F5}" dt="2026-10-25T10:26:50.886" v="192"/>
        <pc:sldMkLst>
          <pc:docMk/>
          <pc:sldMk cId="0" sldId="826"/>
        </pc:sldMkLst>
        <pc:spChg chg="del mod">
          <ac:chgData name="Gurka Dezsőné Dr. Csizmás Edit" userId="c1a5e704-a740-4b6c-a478-2dfef0195c89" providerId="ADAL" clId="{04C6E131-2981-4DC8-9440-5ECF9A6FE3F5}" dt="2026-10-25T10:26:50.886" v="192"/>
          <ac:spMkLst>
            <pc:docMk/>
            <pc:sldMk cId="0" sldId="826"/>
            <ac:spMk id="9" creationId="{00000000-0000-0000-0000-000000000000}"/>
          </ac:spMkLst>
        </pc:spChg>
        <pc:spChg chg="mod">
          <ac:chgData name="Gurka Dezsőné Dr. Csizmás Edit" userId="c1a5e704-a740-4b6c-a478-2dfef0195c89" providerId="ADAL" clId="{04C6E131-2981-4DC8-9440-5ECF9A6FE3F5}" dt="2026-10-25T10:26:49.944" v="190" actId="403"/>
          <ac:spMkLst>
            <pc:docMk/>
            <pc:sldMk cId="0" sldId="826"/>
            <ac:spMk id="20487" creationId="{00000000-0000-0000-0000-000000000000}"/>
          </ac:spMkLst>
        </pc:spChg>
      </pc:sldChg>
      <pc:sldChg chg="modSp add mod ord">
        <pc:chgData name="Gurka Dezsőné Dr. Csizmás Edit" userId="c1a5e704-a740-4b6c-a478-2dfef0195c89" providerId="ADAL" clId="{04C6E131-2981-4DC8-9440-5ECF9A6FE3F5}" dt="2026-10-25T12:22:34.293" v="568" actId="20577"/>
        <pc:sldMkLst>
          <pc:docMk/>
          <pc:sldMk cId="0" sldId="827"/>
        </pc:sldMkLst>
        <pc:spChg chg="mod">
          <ac:chgData name="Gurka Dezsőné Dr. Csizmás Edit" userId="c1a5e704-a740-4b6c-a478-2dfef0195c89" providerId="ADAL" clId="{04C6E131-2981-4DC8-9440-5ECF9A6FE3F5}" dt="2026-10-25T12:18:39.068" v="500" actId="14100"/>
          <ac:spMkLst>
            <pc:docMk/>
            <pc:sldMk cId="0" sldId="827"/>
            <ac:spMk id="2" creationId="{00000000-0000-0000-0000-000000000000}"/>
          </ac:spMkLst>
        </pc:spChg>
        <pc:spChg chg="mod">
          <ac:chgData name="Gurka Dezsőné Dr. Csizmás Edit" userId="c1a5e704-a740-4b6c-a478-2dfef0195c89" providerId="ADAL" clId="{04C6E131-2981-4DC8-9440-5ECF9A6FE3F5}" dt="2026-10-25T12:22:34.293" v="568" actId="20577"/>
          <ac:spMkLst>
            <pc:docMk/>
            <pc:sldMk cId="0" sldId="827"/>
            <ac:spMk id="3" creationId="{00000000-0000-0000-0000-000000000000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0:05:15.319" v="119" actId="47"/>
        <pc:sldMkLst>
          <pc:docMk/>
          <pc:sldMk cId="3771120801" sldId="828"/>
        </pc:sldMkLst>
      </pc:sldChg>
      <pc:sldChg chg="new del">
        <pc:chgData name="Gurka Dezsőné Dr. Csizmás Edit" userId="c1a5e704-a740-4b6c-a478-2dfef0195c89" providerId="ADAL" clId="{04C6E131-2981-4DC8-9440-5ECF9A6FE3F5}" dt="2026-10-25T09:54:12.747" v="23" actId="680"/>
        <pc:sldMkLst>
          <pc:docMk/>
          <pc:sldMk cId="1888249644" sldId="829"/>
        </pc:sldMkLst>
      </pc:sldChg>
      <pc:sldChg chg="modSp add mod">
        <pc:chgData name="Gurka Dezsőné Dr. Csizmás Edit" userId="c1a5e704-a740-4b6c-a478-2dfef0195c89" providerId="ADAL" clId="{04C6E131-2981-4DC8-9440-5ECF9A6FE3F5}" dt="2026-10-25T12:58:28.880" v="743" actId="20577"/>
        <pc:sldMkLst>
          <pc:docMk/>
          <pc:sldMk cId="3434623641" sldId="829"/>
        </pc:sldMkLst>
        <pc:spChg chg="mod">
          <ac:chgData name="Gurka Dezsőné Dr. Csizmás Edit" userId="c1a5e704-a740-4b6c-a478-2dfef0195c89" providerId="ADAL" clId="{04C6E131-2981-4DC8-9440-5ECF9A6FE3F5}" dt="2026-10-25T09:58:01.643" v="74" actId="20577"/>
          <ac:spMkLst>
            <pc:docMk/>
            <pc:sldMk cId="3434623641" sldId="829"/>
            <ac:spMk id="4" creationId="{087A8AFE-ACE1-8C60-6F8D-DD1184A2519F}"/>
          </ac:spMkLst>
        </pc:spChg>
        <pc:spChg chg="mod">
          <ac:chgData name="Gurka Dezsőné Dr. Csizmás Edit" userId="c1a5e704-a740-4b6c-a478-2dfef0195c89" providerId="ADAL" clId="{04C6E131-2981-4DC8-9440-5ECF9A6FE3F5}" dt="2026-10-25T12:58:28.880" v="743" actId="20577"/>
          <ac:spMkLst>
            <pc:docMk/>
            <pc:sldMk cId="3434623641" sldId="829"/>
            <ac:spMk id="5" creationId="{7F8656FA-2ABA-D310-DACC-3692AAE136EB}"/>
          </ac:spMkLst>
        </pc:spChg>
      </pc:sldChg>
      <pc:sldChg chg="modSp add del mod ord">
        <pc:chgData name="Gurka Dezsőné Dr. Csizmás Edit" userId="c1a5e704-a740-4b6c-a478-2dfef0195c89" providerId="ADAL" clId="{04C6E131-2981-4DC8-9440-5ECF9A6FE3F5}" dt="2026-10-25T12:58:16.799" v="741" actId="47"/>
        <pc:sldMkLst>
          <pc:docMk/>
          <pc:sldMk cId="3644700602" sldId="830"/>
        </pc:sldMkLst>
        <pc:spChg chg="mod">
          <ac:chgData name="Gurka Dezsőné Dr. Csizmás Edit" userId="c1a5e704-a740-4b6c-a478-2dfef0195c89" providerId="ADAL" clId="{04C6E131-2981-4DC8-9440-5ECF9A6FE3F5}" dt="2026-10-25T09:55:08.002" v="37" actId="20577"/>
          <ac:spMkLst>
            <pc:docMk/>
            <pc:sldMk cId="3644700602" sldId="830"/>
            <ac:spMk id="4" creationId="{C2F6BD07-0A9D-5801-DAEB-094F07471854}"/>
          </ac:spMkLst>
        </pc:spChg>
        <pc:spChg chg="mod">
          <ac:chgData name="Gurka Dezsőné Dr. Csizmás Edit" userId="c1a5e704-a740-4b6c-a478-2dfef0195c89" providerId="ADAL" clId="{04C6E131-2981-4DC8-9440-5ECF9A6FE3F5}" dt="2026-10-25T09:55:00.418" v="29" actId="20577"/>
          <ac:spMkLst>
            <pc:docMk/>
            <pc:sldMk cId="3644700602" sldId="830"/>
            <ac:spMk id="5" creationId="{54BA2F20-8886-AD2D-6795-903273574C76}"/>
          </ac:spMkLst>
        </pc:spChg>
      </pc:sldChg>
      <pc:sldChg chg="modSp add ord modAnim">
        <pc:chgData name="Gurka Dezsőné Dr. Csizmás Edit" userId="c1a5e704-a740-4b6c-a478-2dfef0195c89" providerId="ADAL" clId="{04C6E131-2981-4DC8-9440-5ECF9A6FE3F5}" dt="2026-10-25T11:13:18.911" v="252" actId="20577"/>
        <pc:sldMkLst>
          <pc:docMk/>
          <pc:sldMk cId="1503439924" sldId="831"/>
        </pc:sldMkLst>
        <pc:spChg chg="mod">
          <ac:chgData name="Gurka Dezsőné Dr. Csizmás Edit" userId="c1a5e704-a740-4b6c-a478-2dfef0195c89" providerId="ADAL" clId="{04C6E131-2981-4DC8-9440-5ECF9A6FE3F5}" dt="2026-10-25T11:13:18.911" v="252" actId="20577"/>
          <ac:spMkLst>
            <pc:docMk/>
            <pc:sldMk cId="1503439924" sldId="831"/>
            <ac:spMk id="8" creationId="{97ED6E48-21C4-61CE-0D14-0DE052C28BD1}"/>
          </ac:spMkLst>
        </pc:spChg>
      </pc:sldChg>
      <pc:sldChg chg="modSp add del mod">
        <pc:chgData name="Gurka Dezsőné Dr. Csizmás Edit" userId="c1a5e704-a740-4b6c-a478-2dfef0195c89" providerId="ADAL" clId="{04C6E131-2981-4DC8-9440-5ECF9A6FE3F5}" dt="2026-10-25T11:12:17.937" v="248" actId="47"/>
        <pc:sldMkLst>
          <pc:docMk/>
          <pc:sldMk cId="1679220759" sldId="832"/>
        </pc:sldMkLst>
        <pc:spChg chg="mod">
          <ac:chgData name="Gurka Dezsőné Dr. Csizmás Edit" userId="c1a5e704-a740-4b6c-a478-2dfef0195c89" providerId="ADAL" clId="{04C6E131-2981-4DC8-9440-5ECF9A6FE3F5}" dt="2026-10-25T10:18:53.791" v="182" actId="14100"/>
          <ac:spMkLst>
            <pc:docMk/>
            <pc:sldMk cId="1679220759" sldId="832"/>
            <ac:spMk id="3" creationId="{09BC58D9-6C57-4E95-9CA1-3033E8A8DA64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603087815" sldId="833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409821174" sldId="834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1362753569" sldId="835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3272984353" sldId="836"/>
        </pc:sldMkLst>
      </pc:sldChg>
      <pc:sldChg chg="add">
        <pc:chgData name="Gurka Dezsőné Dr. Csizmás Edit" userId="c1a5e704-a740-4b6c-a478-2dfef0195c89" providerId="ADAL" clId="{04C6E131-2981-4DC8-9440-5ECF9A6FE3F5}" dt="2026-10-25T10:31:36.364" v="197"/>
        <pc:sldMkLst>
          <pc:docMk/>
          <pc:sldMk cId="2432612079" sldId="837"/>
        </pc:sldMkLst>
      </pc:sldChg>
      <pc:sldChg chg="modSp add mod">
        <pc:chgData name="Gurka Dezsőné Dr. Csizmás Edit" userId="c1a5e704-a740-4b6c-a478-2dfef0195c89" providerId="ADAL" clId="{04C6E131-2981-4DC8-9440-5ECF9A6FE3F5}" dt="2026-10-25T12:58:41.556" v="745" actId="20577"/>
        <pc:sldMkLst>
          <pc:docMk/>
          <pc:sldMk cId="1934049763" sldId="838"/>
        </pc:sldMkLst>
        <pc:spChg chg="mod">
          <ac:chgData name="Gurka Dezsőné Dr. Csizmás Edit" userId="c1a5e704-a740-4b6c-a478-2dfef0195c89" providerId="ADAL" clId="{04C6E131-2981-4DC8-9440-5ECF9A6FE3F5}" dt="2026-10-25T10:42:22.568" v="208" actId="404"/>
          <ac:spMkLst>
            <pc:docMk/>
            <pc:sldMk cId="1934049763" sldId="838"/>
            <ac:spMk id="4" creationId="{E950C952-A430-4038-4EC3-2163F1CCA4E1}"/>
          </ac:spMkLst>
        </pc:spChg>
        <pc:spChg chg="mod">
          <ac:chgData name="Gurka Dezsőné Dr. Csizmás Edit" userId="c1a5e704-a740-4b6c-a478-2dfef0195c89" providerId="ADAL" clId="{04C6E131-2981-4DC8-9440-5ECF9A6FE3F5}" dt="2026-10-25T12:58:41.556" v="745" actId="20577"/>
          <ac:spMkLst>
            <pc:docMk/>
            <pc:sldMk cId="1934049763" sldId="838"/>
            <ac:spMk id="5" creationId="{6799F999-4C4E-9864-AA03-54F08486BE1F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2:58:48.594" v="747" actId="20577"/>
        <pc:sldMkLst>
          <pc:docMk/>
          <pc:sldMk cId="2374559233" sldId="839"/>
        </pc:sldMkLst>
        <pc:spChg chg="mod">
          <ac:chgData name="Gurka Dezsőné Dr. Csizmás Edit" userId="c1a5e704-a740-4b6c-a478-2dfef0195c89" providerId="ADAL" clId="{04C6E131-2981-4DC8-9440-5ECF9A6FE3F5}" dt="2026-10-25T10:43:21.529" v="217" actId="404"/>
          <ac:spMkLst>
            <pc:docMk/>
            <pc:sldMk cId="2374559233" sldId="839"/>
            <ac:spMk id="4" creationId="{DBAC27F4-898D-22D4-830D-A9655A7AC31B}"/>
          </ac:spMkLst>
        </pc:spChg>
        <pc:spChg chg="mod">
          <ac:chgData name="Gurka Dezsőné Dr. Csizmás Edit" userId="c1a5e704-a740-4b6c-a478-2dfef0195c89" providerId="ADAL" clId="{04C6E131-2981-4DC8-9440-5ECF9A6FE3F5}" dt="2026-10-25T12:58:48.594" v="747" actId="20577"/>
          <ac:spMkLst>
            <pc:docMk/>
            <pc:sldMk cId="2374559233" sldId="839"/>
            <ac:spMk id="5" creationId="{963D55E0-0892-1F1E-A105-C2F5F093D1BB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2:58:56.351" v="749" actId="20577"/>
        <pc:sldMkLst>
          <pc:docMk/>
          <pc:sldMk cId="1444578010" sldId="840"/>
        </pc:sldMkLst>
        <pc:spChg chg="mod">
          <ac:chgData name="Gurka Dezsőné Dr. Csizmás Edit" userId="c1a5e704-a740-4b6c-a478-2dfef0195c89" providerId="ADAL" clId="{04C6E131-2981-4DC8-9440-5ECF9A6FE3F5}" dt="2026-10-25T10:44:40.668" v="234" actId="20577"/>
          <ac:spMkLst>
            <pc:docMk/>
            <pc:sldMk cId="1444578010" sldId="840"/>
            <ac:spMk id="4" creationId="{768421E4-66A0-3809-1FDF-13FAD56AE850}"/>
          </ac:spMkLst>
        </pc:spChg>
        <pc:spChg chg="mod">
          <ac:chgData name="Gurka Dezsőné Dr. Csizmás Edit" userId="c1a5e704-a740-4b6c-a478-2dfef0195c89" providerId="ADAL" clId="{04C6E131-2981-4DC8-9440-5ECF9A6FE3F5}" dt="2026-10-25T12:58:56.351" v="749" actId="20577"/>
          <ac:spMkLst>
            <pc:docMk/>
            <pc:sldMk cId="1444578010" sldId="840"/>
            <ac:spMk id="5" creationId="{E8D81F71-95EF-FB14-8D9C-C95C1D41C43C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1:12:09.425" v="247" actId="27636"/>
        <pc:sldMkLst>
          <pc:docMk/>
          <pc:sldMk cId="3463914035" sldId="841"/>
        </pc:sldMkLst>
        <pc:spChg chg="mod">
          <ac:chgData name="Gurka Dezsőné Dr. Csizmás Edit" userId="c1a5e704-a740-4b6c-a478-2dfef0195c89" providerId="ADAL" clId="{04C6E131-2981-4DC8-9440-5ECF9A6FE3F5}" dt="2026-10-25T11:12:09.425" v="247" actId="27636"/>
          <ac:spMkLst>
            <pc:docMk/>
            <pc:sldMk cId="3463914035" sldId="841"/>
            <ac:spMk id="3" creationId="{09BC58D9-6C57-4E95-9CA1-3033E8A8DA64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1:27:09.960" v="339" actId="47"/>
        <pc:sldMkLst>
          <pc:docMk/>
          <pc:sldMk cId="654709378" sldId="842"/>
        </pc:sldMkLst>
      </pc:sldChg>
      <pc:sldChg chg="addSp modSp add del mod">
        <pc:chgData name="Gurka Dezsőné Dr. Csizmás Edit" userId="c1a5e704-a740-4b6c-a478-2dfef0195c89" providerId="ADAL" clId="{04C6E131-2981-4DC8-9440-5ECF9A6FE3F5}" dt="2026-10-25T12:57:37.210" v="738" actId="5793"/>
        <pc:sldMkLst>
          <pc:docMk/>
          <pc:sldMk cId="1985802793" sldId="843"/>
        </pc:sldMkLst>
        <pc:spChg chg="mod">
          <ac:chgData name="Gurka Dezsőné Dr. Csizmás Edit" userId="c1a5e704-a740-4b6c-a478-2dfef0195c89" providerId="ADAL" clId="{04C6E131-2981-4DC8-9440-5ECF9A6FE3F5}" dt="2026-10-25T12:09:21.641" v="415" actId="20577"/>
          <ac:spMkLst>
            <pc:docMk/>
            <pc:sldMk cId="1985802793" sldId="843"/>
            <ac:spMk id="2" creationId="{7BC45935-5D90-49E4-189E-8954FE931F1C}"/>
          </ac:spMkLst>
        </pc:spChg>
        <pc:spChg chg="mod">
          <ac:chgData name="Gurka Dezsőné Dr. Csizmás Edit" userId="c1a5e704-a740-4b6c-a478-2dfef0195c89" providerId="ADAL" clId="{04C6E131-2981-4DC8-9440-5ECF9A6FE3F5}" dt="2026-10-25T12:57:37.210" v="738" actId="5793"/>
          <ac:spMkLst>
            <pc:docMk/>
            <pc:sldMk cId="1985802793" sldId="843"/>
            <ac:spMk id="3" creationId="{9B8A8AC3-3212-7C60-CFCB-1F695860C718}"/>
          </ac:spMkLst>
        </pc:spChg>
        <pc:spChg chg="add mod">
          <ac:chgData name="Gurka Dezsőné Dr. Csizmás Edit" userId="c1a5e704-a740-4b6c-a478-2dfef0195c89" providerId="ADAL" clId="{04C6E131-2981-4DC8-9440-5ECF9A6FE3F5}" dt="2026-10-25T12:57:28.710" v="737" actId="1582"/>
          <ac:spMkLst>
            <pc:docMk/>
            <pc:sldMk cId="1985802793" sldId="843"/>
            <ac:spMk id="4" creationId="{2F3A573C-D766-17CA-0797-D2EB47D9770D}"/>
          </ac:spMkLst>
        </pc:spChg>
      </pc:sldChg>
      <pc:sldChg chg="add del">
        <pc:chgData name="Gurka Dezsőné Dr. Csizmás Edit" userId="c1a5e704-a740-4b6c-a478-2dfef0195c89" providerId="ADAL" clId="{04C6E131-2981-4DC8-9440-5ECF9A6FE3F5}" dt="2026-10-25T11:29:14.504" v="349" actId="47"/>
        <pc:sldMkLst>
          <pc:docMk/>
          <pc:sldMk cId="2073543024" sldId="844"/>
        </pc:sldMkLst>
      </pc:sldChg>
      <pc:sldChg chg="modSp add del mod">
        <pc:chgData name="Gurka Dezsőné Dr. Csizmás Edit" userId="c1a5e704-a740-4b6c-a478-2dfef0195c89" providerId="ADAL" clId="{04C6E131-2981-4DC8-9440-5ECF9A6FE3F5}" dt="2026-10-25T11:29:34.970" v="353" actId="47"/>
        <pc:sldMkLst>
          <pc:docMk/>
          <pc:sldMk cId="3999209679" sldId="844"/>
        </pc:sldMkLst>
        <pc:spChg chg="mod">
          <ac:chgData name="Gurka Dezsőné Dr. Csizmás Edit" userId="c1a5e704-a740-4b6c-a478-2dfef0195c89" providerId="ADAL" clId="{04C6E131-2981-4DC8-9440-5ECF9A6FE3F5}" dt="2026-10-25T11:29:32.451" v="351" actId="27636"/>
          <ac:spMkLst>
            <pc:docMk/>
            <pc:sldMk cId="3999209679" sldId="844"/>
            <ac:spMk id="3" creationId="{9B8A8AC3-3212-7C60-CFCB-1F695860C718}"/>
          </ac:spMkLst>
        </pc:spChg>
      </pc:sldChg>
      <pc:sldChg chg="modSp add del mod">
        <pc:chgData name="Gurka Dezsőné Dr. Csizmás Edit" userId="c1a5e704-a740-4b6c-a478-2dfef0195c89" providerId="ADAL" clId="{04C6E131-2981-4DC8-9440-5ECF9A6FE3F5}" dt="2026-10-25T11:29:14.504" v="349" actId="47"/>
        <pc:sldMkLst>
          <pc:docMk/>
          <pc:sldMk cId="110882366" sldId="845"/>
        </pc:sldMkLst>
        <pc:spChg chg="mod">
          <ac:chgData name="Gurka Dezsőné Dr. Csizmás Edit" userId="c1a5e704-a740-4b6c-a478-2dfef0195c89" providerId="ADAL" clId="{04C6E131-2981-4DC8-9440-5ECF9A6FE3F5}" dt="2026-10-25T11:28:08.448" v="346" actId="20577"/>
          <ac:spMkLst>
            <pc:docMk/>
            <pc:sldMk cId="110882366" sldId="845"/>
            <ac:spMk id="2" creationId="{A8EF1F09-6462-22E4-74C1-D5BA1E6222AC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1:29:45.998" v="354" actId="404"/>
        <pc:sldMkLst>
          <pc:docMk/>
          <pc:sldMk cId="3091837963" sldId="845"/>
        </pc:sldMkLst>
        <pc:spChg chg="mod">
          <ac:chgData name="Gurka Dezsőné Dr. Csizmás Edit" userId="c1a5e704-a740-4b6c-a478-2dfef0195c89" providerId="ADAL" clId="{04C6E131-2981-4DC8-9440-5ECF9A6FE3F5}" dt="2026-10-25T11:29:45.998" v="354" actId="404"/>
          <ac:spMkLst>
            <pc:docMk/>
            <pc:sldMk cId="3091837963" sldId="845"/>
            <ac:spMk id="3" creationId="{9B3F4295-1AB4-2531-57E2-C7CFBD48E0C5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1:29:54.293" v="356" actId="27636"/>
        <pc:sldMkLst>
          <pc:docMk/>
          <pc:sldMk cId="467456856" sldId="846"/>
        </pc:sldMkLst>
        <pc:spChg chg="mod">
          <ac:chgData name="Gurka Dezsőné Dr. Csizmás Edit" userId="c1a5e704-a740-4b6c-a478-2dfef0195c89" providerId="ADAL" clId="{04C6E131-2981-4DC8-9440-5ECF9A6FE3F5}" dt="2026-10-25T11:29:54.293" v="356" actId="27636"/>
          <ac:spMkLst>
            <pc:docMk/>
            <pc:sldMk cId="467456856" sldId="846"/>
            <ac:spMk id="3" creationId="{DC367992-BD6D-A5C9-40DB-A3D5A4189203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5T12:08:38.853" v="391"/>
        <pc:sldMkLst>
          <pc:docMk/>
          <pc:sldMk cId="1085587874" sldId="847"/>
        </pc:sldMkLst>
      </pc:sldChg>
      <pc:sldChg chg="add">
        <pc:chgData name="Gurka Dezsőné Dr. Csizmás Edit" userId="c1a5e704-a740-4b6c-a478-2dfef0195c89" providerId="ADAL" clId="{04C6E131-2981-4DC8-9440-5ECF9A6FE3F5}" dt="2026-10-25T12:13:28.042" v="483"/>
        <pc:sldMkLst>
          <pc:docMk/>
          <pc:sldMk cId="4212283536" sldId="848"/>
        </pc:sldMkLst>
      </pc:sldChg>
      <pc:sldChg chg="add">
        <pc:chgData name="Gurka Dezsőné Dr. Csizmás Edit" userId="c1a5e704-a740-4b6c-a478-2dfef0195c89" providerId="ADAL" clId="{04C6E131-2981-4DC8-9440-5ECF9A6FE3F5}" dt="2026-10-25T12:24:01.002" v="569"/>
        <pc:sldMkLst>
          <pc:docMk/>
          <pc:sldMk cId="2627715163" sldId="849"/>
        </pc:sldMkLst>
      </pc:sldChg>
      <pc:sldChg chg="add">
        <pc:chgData name="Gurka Dezsőné Dr. Csizmás Edit" userId="c1a5e704-a740-4b6c-a478-2dfef0195c89" providerId="ADAL" clId="{04C6E131-2981-4DC8-9440-5ECF9A6FE3F5}" dt="2026-10-25T12:24:01.002" v="569"/>
        <pc:sldMkLst>
          <pc:docMk/>
          <pc:sldMk cId="2728375267" sldId="850"/>
        </pc:sldMkLst>
      </pc:sldChg>
      <pc:sldChg chg="add ord">
        <pc:chgData name="Gurka Dezsőné Dr. Csizmás Edit" userId="c1a5e704-a740-4b6c-a478-2dfef0195c89" providerId="ADAL" clId="{04C6E131-2981-4DC8-9440-5ECF9A6FE3F5}" dt="2026-10-25T12:28:09.059" v="589"/>
        <pc:sldMkLst>
          <pc:docMk/>
          <pc:sldMk cId="3086188987" sldId="851"/>
        </pc:sldMkLst>
      </pc:sldChg>
      <pc:sldChg chg="modSp add mod">
        <pc:chgData name="Gurka Dezsőné Dr. Csizmás Edit" userId="c1a5e704-a740-4b6c-a478-2dfef0195c89" providerId="ADAL" clId="{04C6E131-2981-4DC8-9440-5ECF9A6FE3F5}" dt="2026-10-25T12:29:41.137" v="592" actId="14100"/>
        <pc:sldMkLst>
          <pc:docMk/>
          <pc:sldMk cId="2817536015" sldId="852"/>
        </pc:sldMkLst>
        <pc:spChg chg="mod">
          <ac:chgData name="Gurka Dezsőné Dr. Csizmás Edit" userId="c1a5e704-a740-4b6c-a478-2dfef0195c89" providerId="ADAL" clId="{04C6E131-2981-4DC8-9440-5ECF9A6FE3F5}" dt="2026-10-25T12:29:41.137" v="592" actId="14100"/>
          <ac:spMkLst>
            <pc:docMk/>
            <pc:sldMk cId="2817536015" sldId="852"/>
            <ac:spMk id="2" creationId="{02139588-19BB-3AC4-7A79-DD0489E65A37}"/>
          </ac:spMkLst>
        </pc:spChg>
      </pc:sldChg>
      <pc:sldChg chg="add">
        <pc:chgData name="Gurka Dezsőné Dr. Csizmás Edit" userId="c1a5e704-a740-4b6c-a478-2dfef0195c89" providerId="ADAL" clId="{04C6E131-2981-4DC8-9440-5ECF9A6FE3F5}" dt="2026-10-25T12:30:42.945" v="595"/>
        <pc:sldMkLst>
          <pc:docMk/>
          <pc:sldMk cId="4090323078" sldId="853"/>
        </pc:sldMkLst>
      </pc:sldChg>
      <pc:sldChg chg="modSp add mod">
        <pc:chgData name="Gurka Dezsőné Dr. Csizmás Edit" userId="c1a5e704-a740-4b6c-a478-2dfef0195c89" providerId="ADAL" clId="{04C6E131-2981-4DC8-9440-5ECF9A6FE3F5}" dt="2026-10-25T12:33:57.121" v="614" actId="20577"/>
        <pc:sldMkLst>
          <pc:docMk/>
          <pc:sldMk cId="1462269303" sldId="854"/>
        </pc:sldMkLst>
        <pc:spChg chg="mod">
          <ac:chgData name="Gurka Dezsőné Dr. Csizmás Edit" userId="c1a5e704-a740-4b6c-a478-2dfef0195c89" providerId="ADAL" clId="{04C6E131-2981-4DC8-9440-5ECF9A6FE3F5}" dt="2026-10-25T12:33:57.121" v="614" actId="20577"/>
          <ac:spMkLst>
            <pc:docMk/>
            <pc:sldMk cId="1462269303" sldId="854"/>
            <ac:spMk id="33795" creationId="{A94F8735-5D53-02C5-F4DD-5842D051C6FC}"/>
          </ac:spMkLst>
        </pc:spChg>
      </pc:sldChg>
      <pc:sldChg chg="modSp add mod">
        <pc:chgData name="Gurka Dezsőné Dr. Csizmás Edit" userId="c1a5e704-a740-4b6c-a478-2dfef0195c89" providerId="ADAL" clId="{04C6E131-2981-4DC8-9440-5ECF9A6FE3F5}" dt="2026-10-25T12:58:04.025" v="740" actId="20577"/>
        <pc:sldMkLst>
          <pc:docMk/>
          <pc:sldMk cId="3383931897" sldId="855"/>
        </pc:sldMkLst>
        <pc:spChg chg="mod">
          <ac:chgData name="Gurka Dezsőné Dr. Csizmás Edit" userId="c1a5e704-a740-4b6c-a478-2dfef0195c89" providerId="ADAL" clId="{04C6E131-2981-4DC8-9440-5ECF9A6FE3F5}" dt="2026-10-25T12:58:04.025" v="740" actId="20577"/>
          <ac:spMkLst>
            <pc:docMk/>
            <pc:sldMk cId="3383931897" sldId="855"/>
            <ac:spMk id="2" creationId="{AC25B197-887A-1E9E-1A07-4F5608CEC73F}"/>
          </ac:spMkLst>
        </pc:spChg>
        <pc:spChg chg="mod">
          <ac:chgData name="Gurka Dezsőné Dr. Csizmás Edit" userId="c1a5e704-a740-4b6c-a478-2dfef0195c89" providerId="ADAL" clId="{04C6E131-2981-4DC8-9440-5ECF9A6FE3F5}" dt="2026-10-25T12:51:32.594" v="669" actId="27636"/>
          <ac:spMkLst>
            <pc:docMk/>
            <pc:sldMk cId="3383931897" sldId="855"/>
            <ac:spMk id="3" creationId="{19FE3072-21A4-5DF0-7CE5-246F4D8E6854}"/>
          </ac:spMkLst>
        </pc:spChg>
      </pc:sldChg>
      <pc:sldChg chg="modSp add del mod">
        <pc:chgData name="Gurka Dezsőné Dr. Csizmás Edit" userId="c1a5e704-a740-4b6c-a478-2dfef0195c89" providerId="ADAL" clId="{04C6E131-2981-4DC8-9440-5ECF9A6FE3F5}" dt="2026-10-25T12:35:19.089" v="665" actId="47"/>
        <pc:sldMkLst>
          <pc:docMk/>
          <pc:sldMk cId="2845807677" sldId="856"/>
        </pc:sldMkLst>
        <pc:spChg chg="mod">
          <ac:chgData name="Gurka Dezsőné Dr. Csizmás Edit" userId="c1a5e704-a740-4b6c-a478-2dfef0195c89" providerId="ADAL" clId="{04C6E131-2981-4DC8-9440-5ECF9A6FE3F5}" dt="2026-10-25T12:34:58.965" v="659" actId="21"/>
          <ac:spMkLst>
            <pc:docMk/>
            <pc:sldMk cId="2845807677" sldId="856"/>
            <ac:spMk id="3" creationId="{6C1C9CB6-85CB-FC97-6FB0-275EFEEE67BE}"/>
          </ac:spMkLst>
        </pc:spChg>
      </pc:sldChg>
      <pc:sldChg chg="add del ord">
        <pc:chgData name="Gurka Dezsőné Dr. Csizmás Edit" userId="c1a5e704-a740-4b6c-a478-2dfef0195c89" providerId="ADAL" clId="{04C6E131-2981-4DC8-9440-5ECF9A6FE3F5}" dt="2026-10-25T12:35:21.314" v="666" actId="47"/>
        <pc:sldMkLst>
          <pc:docMk/>
          <pc:sldMk cId="2364149782" sldId="857"/>
        </pc:sldMkLst>
      </pc:sldChg>
      <pc:sldMasterChg chg="delSldLayout">
        <pc:chgData name="Gurka Dezsőné Dr. Csizmás Edit" userId="c1a5e704-a740-4b6c-a478-2dfef0195c89" providerId="ADAL" clId="{04C6E131-2981-4DC8-9440-5ECF9A6FE3F5}" dt="2026-10-25T10:36:41.631" v="200" actId="47"/>
        <pc:sldMasterMkLst>
          <pc:docMk/>
          <pc:sldMasterMk cId="1032249346" sldId="2147483816"/>
        </pc:sldMasterMkLst>
        <pc:sldLayoutChg chg="del">
          <pc:chgData name="Gurka Dezsőné Dr. Csizmás Edit" userId="c1a5e704-a740-4b6c-a478-2dfef0195c89" providerId="ADAL" clId="{04C6E131-2981-4DC8-9440-5ECF9A6FE3F5}" dt="2026-10-25T10:36:41.631" v="200" actId="47"/>
          <pc:sldLayoutMkLst>
            <pc:docMk/>
            <pc:sldMasterMk cId="1032249346" sldId="2147483816"/>
            <pc:sldLayoutMk cId="586948987" sldId="2147483852"/>
          </pc:sldLayoutMkLst>
        </pc:sldLayoutChg>
      </pc:sldMasterChg>
      <pc:sldMasterChg chg="del delSldLayout">
        <pc:chgData name="Gurka Dezsőné Dr. Csizmás Edit" userId="c1a5e704-a740-4b6c-a478-2dfef0195c89" providerId="ADAL" clId="{04C6E131-2981-4DC8-9440-5ECF9A6FE3F5}" dt="2026-10-25T12:33:06.920" v="600" actId="47"/>
        <pc:sldMasterMkLst>
          <pc:docMk/>
          <pc:sldMasterMk cId="663517311" sldId="2147483840"/>
        </pc:sldMasterMkLst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478515513" sldId="2147483841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4061466189" sldId="2147483842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3560946072" sldId="2147483843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2333571953" sldId="2147483844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1959596679" sldId="2147483845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1616379118" sldId="2147483846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3276659695" sldId="2147483847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4031818030" sldId="2147483848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1608342416" sldId="2147483849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931634688" sldId="2147483850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663517311" sldId="2147483840"/>
            <pc:sldLayoutMk cId="4021185666" sldId="2147483851"/>
          </pc:sldLayoutMkLst>
        </pc:sldLayoutChg>
      </pc:sldMasterChg>
      <pc:sldMasterChg chg="delSldLayout">
        <pc:chgData name="Gurka Dezsőné Dr. Csizmás Edit" userId="c1a5e704-a740-4b6c-a478-2dfef0195c89" providerId="ADAL" clId="{04C6E131-2981-4DC8-9440-5ECF9A6FE3F5}" dt="2026-10-25T12:33:06.920" v="600" actId="47"/>
        <pc:sldMasterMkLst>
          <pc:docMk/>
          <pc:sldMasterMk cId="1896062744" sldId="2147483853"/>
        </pc:sldMasterMkLst>
        <pc:sldLayoutChg chg="del">
          <pc:chgData name="Gurka Dezsőné Dr. Csizmás Edit" userId="c1a5e704-a740-4b6c-a478-2dfef0195c89" providerId="ADAL" clId="{04C6E131-2981-4DC8-9440-5ECF9A6FE3F5}" dt="2026-10-25T12:33:06.920" v="600" actId="47"/>
          <pc:sldLayoutMkLst>
            <pc:docMk/>
            <pc:sldMasterMk cId="1896062744" sldId="2147483853"/>
            <pc:sldLayoutMk cId="246574441" sldId="2147483855"/>
          </pc:sldLayoutMkLst>
        </pc:sldLayoutChg>
        <pc:sldLayoutChg chg="del">
          <pc:chgData name="Gurka Dezsőné Dr. Csizmás Edit" userId="c1a5e704-a740-4b6c-a478-2dfef0195c89" providerId="ADAL" clId="{04C6E131-2981-4DC8-9440-5ECF9A6FE3F5}" dt="2026-10-25T10:35:29.840" v="198" actId="47"/>
          <pc:sldLayoutMkLst>
            <pc:docMk/>
            <pc:sldMasterMk cId="1896062744" sldId="2147483853"/>
            <pc:sldLayoutMk cId="864009406" sldId="214748385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4B5CD-B458-4692-8111-272B80878B2A}" type="datetimeFigureOut">
              <a:rPr lang="hu-HU" smtClean="0"/>
              <a:t>2026. 10. 25.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F10B7-7742-4384-A393-231C4956AC3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83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69FE54-0EF5-4FB8-82F0-102A75971953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hu-H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081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93A10-90DB-42B5-A880-C505E7E08673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3560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8A34D70-15F0-4D2A-9191-E07AA2251E96}" type="slidenum">
              <a:rPr kumimoji="0" lang="hu-HU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hu-HU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47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25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solidFill>
                  <a:srgbClr val="BD582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5113" indent="-265113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171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86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0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42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92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33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945468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378262" y="6356349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94613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12786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64179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97184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89055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61771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25605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362401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6556836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519086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hu-HU"/>
              <a:t>Programozás 2.</a:t>
            </a:r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7E590-30EE-4C3C-9446-9D251A73FC07}" type="slidenum">
              <a:rPr lang="hu-HU" smtClean="0"/>
              <a:pPr/>
              <a:t>‹#›</a:t>
            </a:fld>
            <a:endParaRPr lang="hu-HU" dirty="0"/>
          </a:p>
        </p:txBody>
      </p:sp>
      <p:sp>
        <p:nvSpPr>
          <p:cNvPr id="8" name="Tartalom helye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hu-HU"/>
              <a:t>Mintaszöveg szerkesztése</a:t>
            </a:r>
          </a:p>
          <a:p>
            <a:pPr lvl="1" eaLnBrk="1" latinLnBrk="0" hangingPunct="1"/>
            <a:r>
              <a:rPr lang="hu-HU"/>
              <a:t>Második szint</a:t>
            </a:r>
          </a:p>
          <a:p>
            <a:pPr lvl="2" eaLnBrk="1" latinLnBrk="0" hangingPunct="1"/>
            <a:r>
              <a:rPr lang="hu-HU"/>
              <a:t>Harmadik szint</a:t>
            </a:r>
          </a:p>
          <a:p>
            <a:pPr lvl="3" eaLnBrk="1" latinLnBrk="0" hangingPunct="1"/>
            <a:r>
              <a:rPr lang="hu-HU"/>
              <a:t>Negyedik szint</a:t>
            </a:r>
          </a:p>
          <a:p>
            <a:pPr lvl="4" eaLnBrk="1" latinLnBrk="0" hangingPunct="1"/>
            <a:r>
              <a:rPr lang="hu-HU"/>
              <a:t>Ötödik szint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76242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Cím, szöveg és 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0" y="277816"/>
            <a:ext cx="10972800" cy="1139825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30725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quarter" idx="2"/>
          </p:nvPr>
        </p:nvSpPr>
        <p:spPr>
          <a:xfrm>
            <a:off x="6197600" y="1600203"/>
            <a:ext cx="5384800" cy="218916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Tartalom helye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hu-HU"/>
              <a:t>Programozás 2.</a:t>
            </a:r>
          </a:p>
        </p:txBody>
      </p:sp>
      <p:sp>
        <p:nvSpPr>
          <p:cNvPr id="7" name="Élőláb helye 6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hu-HU"/>
          </a:p>
        </p:txBody>
      </p: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A480E07B-7E5D-43BC-801B-03D2F7B69C86}" type="slidenum">
              <a:rPr lang="hu-HU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38671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8149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hu-HU"/>
              <a:t>Programozás I. járműmérnöki szak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42693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393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</p:sldLayoutIdLst>
  <p:hf hdr="0" ft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rgbClr val="BD582C"/>
          </a:solidFill>
          <a:latin typeface="+mj-lt"/>
          <a:ea typeface="+mj-ea"/>
          <a:cs typeface="+mj-cs"/>
        </a:defRPr>
      </a:lvl1pPr>
    </p:titleStyle>
    <p:bodyStyle>
      <a:lvl1pPr marL="265113" indent="-265113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Calibri" panose="020F0502020204030204" pitchFamily="34" charset="0"/>
        <a:buChar char="‒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◦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0" fontAlgn="base" latinLnBrk="0" hangingPunct="0">
        <a:lnSpc>
          <a:spcPct val="90000"/>
        </a:lnSpc>
        <a:spcBef>
          <a:spcPct val="20000"/>
        </a:spcBef>
        <a:spcAft>
          <a:spcPct val="0"/>
        </a:spcAft>
        <a:buClr>
          <a:schemeClr val="accent1"/>
        </a:buClr>
        <a:buFont typeface="Calibri" panose="020F0502020204030204" pitchFamily="34" charset="0"/>
        <a:buChar char="‐"/>
        <a:defRPr lang="en-US" sz="24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101A8-4E4C-43D7-BBA0-64F81C4A5ECF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3224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ím helye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u-HU"/>
              <a:t>Mintacím szerkesztése</a:t>
            </a:r>
            <a:endParaRPr kumimoji="0" lang="en-US"/>
          </a:p>
        </p:txBody>
      </p:sp>
      <p:sp>
        <p:nvSpPr>
          <p:cNvPr id="13" name="Szöveg helye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u-HU"/>
              <a:t>Mintaszöveg szerkesztése</a:t>
            </a:r>
          </a:p>
          <a:p>
            <a:pPr lvl="1" eaLnBrk="1" latinLnBrk="0" hangingPunct="1"/>
            <a:r>
              <a:rPr kumimoji="0" lang="hu-HU"/>
              <a:t>Második szint</a:t>
            </a:r>
          </a:p>
          <a:p>
            <a:pPr lvl="2" eaLnBrk="1" latinLnBrk="0" hangingPunct="1"/>
            <a:r>
              <a:rPr kumimoji="0" lang="hu-HU"/>
              <a:t>Harmadik szint</a:t>
            </a:r>
          </a:p>
          <a:p>
            <a:pPr lvl="3" eaLnBrk="1" latinLnBrk="0" hangingPunct="1"/>
            <a:r>
              <a:rPr kumimoji="0" lang="hu-HU"/>
              <a:t>Negyedik szint</a:t>
            </a:r>
          </a:p>
          <a:p>
            <a:pPr lvl="4" eaLnBrk="1" latinLnBrk="0" hangingPunct="1"/>
            <a:r>
              <a:rPr kumimoji="0" lang="hu-HU"/>
              <a:t>Ötödik szint</a:t>
            </a:r>
            <a:endParaRPr kumimoji="0" lang="en-US"/>
          </a:p>
        </p:txBody>
      </p:sp>
      <p:sp>
        <p:nvSpPr>
          <p:cNvPr id="14" name="Dátum helye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hu-HU"/>
              <a:t>Programozás 2.</a:t>
            </a:r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23" name="Dia számának helye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A5A3F58-D991-4EE6-BF0F-14C3AEBABD54}" type="slidenum">
              <a:rPr lang="hu-HU" smtClean="0"/>
              <a:pPr/>
              <a:t>‹#›</a:t>
            </a:fld>
            <a:endParaRPr lang="hu-HU"/>
          </a:p>
        </p:txBody>
      </p:sp>
      <p:sp>
        <p:nvSpPr>
          <p:cNvPr id="28" name="Egyenes összekötő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Egyenes összekötő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Háromszög 9"/>
          <p:cNvSpPr>
            <a:spLocks noChangeAspect="1"/>
          </p:cNvSpPr>
          <p:nvPr/>
        </p:nvSpPr>
        <p:spPr>
          <a:xfrm rot="5400000">
            <a:off x="590610" y="6447424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  <p:extLst>
      <p:ext uri="{BB962C8B-B14F-4D97-AF65-F5344CB8AC3E}">
        <p14:creationId xmlns:p14="http://schemas.microsoft.com/office/powerpoint/2010/main" val="189606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6" r:id="rId2"/>
    <p:sldLayoutId id="2147483857" r:id="rId3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themeOverride" Target="../theme/themeOverrid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2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051DA9-E5EA-1275-239E-64F1E7242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98626"/>
          </a:xfrm>
        </p:spPr>
        <p:txBody>
          <a:bodyPr/>
          <a:lstStyle/>
          <a:p>
            <a:r>
              <a:rPr lang="hu-HU"/>
              <a:t>Programozás I.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01DDBFB-C0EA-ECD2-D315-78687DC52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7012"/>
            <a:ext cx="9144000" cy="1220788"/>
          </a:xfrm>
        </p:spPr>
        <p:txBody>
          <a:bodyPr/>
          <a:lstStyle/>
          <a:p>
            <a:r>
              <a:rPr lang="hu-HU" dirty="0"/>
              <a:t>Oktató: Gurka Dezsőné Dr. Csizmás Edit</a:t>
            </a:r>
          </a:p>
          <a:p>
            <a:endParaRPr lang="hu-HU" dirty="0"/>
          </a:p>
        </p:txBody>
      </p:sp>
      <p:pic>
        <p:nvPicPr>
          <p:cNvPr id="5" name="Kép 4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40DA322-FB12-F10C-B432-98F8D70C7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598" y="6065884"/>
            <a:ext cx="2398804" cy="757260"/>
          </a:xfrm>
          <a:prstGeom prst="rect">
            <a:avLst/>
          </a:prstGeom>
        </p:spPr>
      </p:pic>
      <p:sp>
        <p:nvSpPr>
          <p:cNvPr id="6" name="Alcím 2">
            <a:extLst>
              <a:ext uri="{FF2B5EF4-FFF2-40B4-BE49-F238E27FC236}">
                <a16:creationId xmlns:a16="http://schemas.microsoft.com/office/drawing/2014/main" id="{FC4F2B9C-2E41-6463-01A5-A6782CA54D7C}"/>
              </a:ext>
            </a:extLst>
          </p:cNvPr>
          <p:cNvSpPr txBox="1">
            <a:spLocks/>
          </p:cNvSpPr>
          <p:nvPr/>
        </p:nvSpPr>
        <p:spPr>
          <a:xfrm>
            <a:off x="1524000" y="2852226"/>
            <a:ext cx="9144000" cy="1220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u-HU" sz="4400" b="1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7. </a:t>
            </a:r>
            <a:r>
              <a:rPr kumimoji="0" lang="hu-H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hét</a:t>
            </a:r>
            <a:endParaRPr kumimoji="0" lang="hu-HU" sz="4400" b="1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Egyenes összekötő 7">
            <a:extLst>
              <a:ext uri="{FF2B5EF4-FFF2-40B4-BE49-F238E27FC236}">
                <a16:creationId xmlns:a16="http://schemas.microsoft.com/office/drawing/2014/main" id="{0C749585-F1F7-05A9-3969-A8F1D9AC5EC4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295402" y="6444514"/>
            <a:ext cx="4896598" cy="0"/>
          </a:xfrm>
          <a:prstGeom prst="line">
            <a:avLst/>
          </a:prstGeom>
          <a:ln w="19050">
            <a:solidFill>
              <a:srgbClr val="F19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Körcikk 15">
            <a:extLst>
              <a:ext uri="{FF2B5EF4-FFF2-40B4-BE49-F238E27FC236}">
                <a16:creationId xmlns:a16="http://schemas.microsoft.com/office/drawing/2014/main" id="{0A14EC99-DDDF-E060-4659-022F34A2F976}"/>
              </a:ext>
            </a:extLst>
          </p:cNvPr>
          <p:cNvSpPr/>
          <p:nvPr/>
        </p:nvSpPr>
        <p:spPr>
          <a:xfrm>
            <a:off x="-2569366" y="3846334"/>
            <a:ext cx="5158395" cy="5158395"/>
          </a:xfrm>
          <a:prstGeom prst="pie">
            <a:avLst>
              <a:gd name="adj1" fmla="val 16189433"/>
              <a:gd name="adj2" fmla="val 6016"/>
            </a:avLst>
          </a:prstGeom>
          <a:solidFill>
            <a:srgbClr val="248BBD"/>
          </a:solidFill>
          <a:ln>
            <a:solidFill>
              <a:srgbClr val="248BBD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Körcikk 16">
            <a:extLst>
              <a:ext uri="{FF2B5EF4-FFF2-40B4-BE49-F238E27FC236}">
                <a16:creationId xmlns:a16="http://schemas.microsoft.com/office/drawing/2014/main" id="{5F1EB7DA-43C2-9B38-46D7-597A0D5A0681}"/>
              </a:ext>
            </a:extLst>
          </p:cNvPr>
          <p:cNvSpPr/>
          <p:nvPr/>
        </p:nvSpPr>
        <p:spPr>
          <a:xfrm rot="5400000" flipV="1">
            <a:off x="10348603" y="-1832061"/>
            <a:ext cx="3667130" cy="3667130"/>
          </a:xfrm>
          <a:prstGeom prst="pie">
            <a:avLst>
              <a:gd name="adj1" fmla="val 16176677"/>
              <a:gd name="adj2" fmla="val 6016"/>
            </a:avLst>
          </a:prstGeom>
          <a:solidFill>
            <a:srgbClr val="F19E42"/>
          </a:solidFill>
          <a:ln>
            <a:solidFill>
              <a:srgbClr val="F19E42">
                <a:alpha val="94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50136E5C-04F8-BA75-E566-11098EB86B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757" y="102032"/>
            <a:ext cx="3276572" cy="730880"/>
          </a:xfrm>
          <a:prstGeom prst="rect">
            <a:avLst/>
          </a:prstGeom>
        </p:spPr>
      </p:pic>
      <p:cxnSp>
        <p:nvCxnSpPr>
          <p:cNvPr id="10" name="Egyenes összekötő 9">
            <a:extLst>
              <a:ext uri="{FF2B5EF4-FFF2-40B4-BE49-F238E27FC236}">
                <a16:creationId xmlns:a16="http://schemas.microsoft.com/office/drawing/2014/main" id="{FC464005-EDA2-E37F-0D06-D25976E7A0C2}"/>
              </a:ext>
            </a:extLst>
          </p:cNvPr>
          <p:cNvCxnSpPr>
            <a:cxnSpLocks/>
          </p:cNvCxnSpPr>
          <p:nvPr/>
        </p:nvCxnSpPr>
        <p:spPr>
          <a:xfrm flipH="1">
            <a:off x="0" y="6442586"/>
            <a:ext cx="4896598" cy="0"/>
          </a:xfrm>
          <a:prstGeom prst="line">
            <a:avLst/>
          </a:prstGeom>
          <a:ln w="19050">
            <a:solidFill>
              <a:srgbClr val="248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u-HU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 gyakorlat tartalma</a:t>
            </a:r>
            <a:br>
              <a:rPr lang="hu-HU" dirty="0"/>
            </a:br>
            <a:endParaRPr lang="en-GB" dirty="0"/>
          </a:p>
        </p:txBody>
      </p:sp>
      <p:sp>
        <p:nvSpPr>
          <p:cNvPr id="5" name="Tartalom helye 4"/>
          <p:cNvSpPr>
            <a:spLocks noGrp="1"/>
          </p:cNvSpPr>
          <p:nvPr>
            <p:ph idx="1"/>
          </p:nvPr>
        </p:nvSpPr>
        <p:spPr>
          <a:xfrm>
            <a:off x="609600" y="1163782"/>
            <a:ext cx="10744200" cy="5569527"/>
          </a:xfrm>
        </p:spPr>
        <p:txBody>
          <a:bodyPr/>
          <a:lstStyle/>
          <a:p>
            <a:r>
              <a:rPr lang="hu-HU" dirty="0"/>
              <a:t>A</a:t>
            </a:r>
            <a:r>
              <a:rPr lang="en-GB" dirty="0"/>
              <a:t> </a:t>
            </a:r>
            <a:r>
              <a:rPr lang="hu-HU" dirty="0"/>
              <a:t>6. hét anyagának ismétlése</a:t>
            </a:r>
          </a:p>
          <a:p>
            <a:r>
              <a:rPr lang="hu-HU" dirty="0"/>
              <a:t>A mutató típus deklarálása. A mutató típus feladata és használata a C++-ban. </a:t>
            </a:r>
          </a:p>
          <a:p>
            <a:r>
              <a:rPr lang="hu-HU" dirty="0"/>
              <a:t>A hivatkozási (referencia) típus használata a C++ -ban. </a:t>
            </a:r>
          </a:p>
          <a:p>
            <a:r>
              <a:rPr lang="hu-HU" dirty="0"/>
              <a:t>Tömbök és mutatók közötti összefüggések. </a:t>
            </a:r>
          </a:p>
          <a:p>
            <a:r>
              <a:rPr lang="hu-HU" dirty="0"/>
              <a:t>Dinamikus memóriakezelés a C++ programozási nyelvben. Dinamikus változók, tömbök deklarálása és használata. A dinamikus tárkezelés előnyei. </a:t>
            </a:r>
          </a:p>
          <a:p>
            <a:r>
              <a:rPr lang="hu-HU" dirty="0"/>
              <a:t>Függvények, eljárások szerepe a programozási nyelvekben. </a:t>
            </a:r>
          </a:p>
          <a:p>
            <a:r>
              <a:rPr lang="hu-HU" dirty="0"/>
              <a:t>Egyszerű függvények deklarálása és definíciója a C++-ban. Érték szerinti paraméter átadás használata.</a:t>
            </a:r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>
          <a:xfrm>
            <a:off x="9289556" y="643300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04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5E60-C058-705B-1ED4-48FDE8E09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87A8AFE-ACE1-8C60-6F8D-DD1184A2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Autofit/>
          </a:bodyPr>
          <a:lstStyle/>
          <a:p>
            <a:r>
              <a:rPr lang="hu-HU" sz="4000" dirty="0"/>
              <a:t>A mutató típus és referencia típus használata a C++-ban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95F89599-F517-7015-1E44-ADA743017A55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 Paneuropean Thin"/>
              <a:ea typeface="+mn-ea"/>
              <a:cs typeface="+mn-cs"/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7F8656FA-2ABA-D310-DACC-3692AAE13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01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1DCDA990-58E6-F3AF-C237-5BC8C0A6C8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E70F993-5C90-08B5-A7DD-797393F8C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2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991544" y="3"/>
            <a:ext cx="8229600" cy="1139825"/>
          </a:xfrm>
        </p:spPr>
        <p:txBody>
          <a:bodyPr/>
          <a:lstStyle/>
          <a:p>
            <a:r>
              <a:rPr lang="hu-HU" dirty="0"/>
              <a:t>Mutató típus </a:t>
            </a:r>
            <a:r>
              <a:rPr lang="hu-HU" dirty="0" err="1"/>
              <a:t>vs</a:t>
            </a:r>
            <a:r>
              <a:rPr lang="hu-HU" dirty="0"/>
              <a:t>. referencia típus</a:t>
            </a:r>
          </a:p>
        </p:txBody>
      </p:sp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>
          <a:xfrm>
            <a:off x="8100327" y="6398676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</a:t>
            </a: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2135560" y="6400800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480E07B-7E5D-43BC-801B-03D2F7B69C86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hu-HU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8" name="Rectangle 8"/>
          <p:cNvSpPr txBox="1">
            <a:spLocks noChangeArrowheads="1"/>
          </p:cNvSpPr>
          <p:nvPr/>
        </p:nvSpPr>
        <p:spPr bwMode="auto">
          <a:xfrm>
            <a:off x="1991544" y="1628803"/>
            <a:ext cx="8219256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buClr>
                <a:srgbClr val="FFF39D"/>
              </a:buClr>
              <a:buNone/>
            </a:pPr>
            <a:r>
              <a:rPr lang="hu-HU" sz="2400" dirty="0">
                <a:solidFill>
                  <a:prstClr val="black"/>
                </a:solidFill>
                <a:latin typeface="Cambria"/>
              </a:rPr>
              <a:t> 	A C nyelvben a különböző típusú mutatók központi szerepet töltenek be. A </a:t>
            </a:r>
            <a:r>
              <a:rPr lang="hu-HU" sz="2400" b="1" dirty="0">
                <a:solidFill>
                  <a:prstClr val="black"/>
                </a:solidFill>
                <a:latin typeface="Cambria"/>
              </a:rPr>
              <a:t>C++ nyelvben  igyekszünk kerülni </a:t>
            </a:r>
            <a:r>
              <a:rPr lang="hu-HU" sz="2400" dirty="0">
                <a:solidFill>
                  <a:prstClr val="black"/>
                </a:solidFill>
                <a:latin typeface="Cambria"/>
              </a:rPr>
              <a:t>a használatukat, helyette a hivatkozási (referencia) típust használjuk.</a:t>
            </a:r>
          </a:p>
          <a:p>
            <a:pPr defTabSz="914400">
              <a:buClr>
                <a:srgbClr val="FFF39D"/>
              </a:buClr>
              <a:buNone/>
            </a:pPr>
            <a:endParaRPr lang="hu-HU" sz="1000" dirty="0">
              <a:solidFill>
                <a:prstClr val="black"/>
              </a:solidFill>
              <a:latin typeface="Cambria"/>
            </a:endParaRPr>
          </a:p>
          <a:p>
            <a:pPr marL="457200" lvl="1" indent="0" defTabSz="914400">
              <a:buClr>
                <a:srgbClr val="575F6D"/>
              </a:buClr>
              <a:buNone/>
            </a:pPr>
            <a:endParaRPr lang="cs-CZ" sz="2000" dirty="0">
              <a:solidFill>
                <a:prstClr val="black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764392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94A8C-2DBF-99BB-77BC-6247F2C7B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9D0F6A5-0584-E39A-CBE6-324E28B98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Mutató (pointer)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E7E97AD3-FA74-BDBF-435B-C6CCA8777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pointerek vagy más néven mutatók a memória egy adott helyének címét tárolják</a:t>
            </a:r>
          </a:p>
          <a:p>
            <a:pPr eaLnBrk="1" hangingPunct="1">
              <a:lnSpc>
                <a:spcPct val="8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Fontos szerepet játszanak a dinamikus memóriafoglalásban</a:t>
            </a:r>
          </a:p>
          <a:p>
            <a:pPr eaLnBrk="1" hangingPunct="1">
              <a:lnSpc>
                <a:spcPct val="8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Csúnya hibákat okozhat, ha hibásan kijelölt területre írunk</a:t>
            </a:r>
          </a:p>
          <a:p>
            <a:pPr lvl="1" eaLnBrk="1" hangingPunct="1">
              <a:lnSpc>
                <a:spcPct val="8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Leggyakoribb hiba, hogy nem inicializáljuk, vagyis kezdőértéket nem adunk nekik</a:t>
            </a:r>
          </a:p>
          <a:p>
            <a:pPr lvl="1" eaLnBrk="1" hangingPunct="1">
              <a:lnSpc>
                <a:spcPct val="8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Intelligens operációs rendszerek kontroll alatt tartják a futó kódot, tehát nem tud bárhova írni, vagy olvasni. Ha ilyen bekövetkezne azonnal leállítja a program futását.</a:t>
            </a:r>
          </a:p>
          <a:p>
            <a:pPr eaLnBrk="1" hangingPunct="1">
              <a:lnSpc>
                <a:spcPct val="80000"/>
              </a:lnSpc>
            </a:pPr>
            <a:endParaRPr lang="hu-HU" alt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4" name="Dia számának helye 5">
            <a:extLst>
              <a:ext uri="{FF2B5EF4-FFF2-40B4-BE49-F238E27FC236}">
                <a16:creationId xmlns:a16="http://schemas.microsoft.com/office/drawing/2014/main" id="{22A5EF3B-584F-9807-00F5-C73B72E1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94E5B819-F33F-4AF1-B30D-A7743A69F621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5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93D154F5-592B-A855-124A-1BAC99DD9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28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7CA0-A4E3-0AD4-6C9A-D74A52C5E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FC68BF-DB6E-207A-849E-8E4703BB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44" y="3"/>
            <a:ext cx="8229600" cy="1139825"/>
          </a:xfrm>
        </p:spPr>
        <p:txBody>
          <a:bodyPr/>
          <a:lstStyle/>
          <a:p>
            <a:r>
              <a:rPr lang="hu-HU" dirty="0"/>
              <a:t>A mutató típus deklarálása. A mutató típus feladata és használata a C++-ban</a:t>
            </a:r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5AF0A24D-FB3A-1F4C-7407-6911D04698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00327" y="6398676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</a:t>
            </a: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64F82C9-6FE5-36DA-52A5-111FF6AC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35560" y="6400800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480E07B-7E5D-43BC-801B-03D2F7B69C86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hu-HU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97ED6E48-21C4-61CE-0D14-0DE052C28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1544" y="1628803"/>
            <a:ext cx="8219256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buClr>
                <a:srgbClr val="FFF39D"/>
              </a:buClr>
              <a:buNone/>
            </a:pPr>
            <a:r>
              <a:rPr lang="hu-HU" sz="2400" dirty="0">
                <a:solidFill>
                  <a:prstClr val="black"/>
                </a:solidFill>
                <a:latin typeface="Cambria"/>
              </a:rPr>
              <a:t> 	</a:t>
            </a:r>
            <a:endParaRPr lang="hu-HU" sz="1000" dirty="0">
              <a:solidFill>
                <a:prstClr val="black"/>
              </a:solidFill>
              <a:latin typeface="Cambria"/>
            </a:endParaRPr>
          </a:p>
          <a:p>
            <a:pPr defTabSz="914400">
              <a:buClr>
                <a:srgbClr val="FFF39D"/>
              </a:buClr>
            </a:pPr>
            <a:r>
              <a:rPr lang="hu-HU" dirty="0">
                <a:solidFill>
                  <a:prstClr val="black"/>
                </a:solidFill>
                <a:latin typeface="Cambria"/>
              </a:rPr>
              <a:t>Mutató (pointer) deklarálása</a:t>
            </a:r>
          </a:p>
          <a:p>
            <a:pPr defTabSz="914400">
              <a:buClr>
                <a:srgbClr val="FFF39D"/>
              </a:buClr>
              <a:buNone/>
            </a:pPr>
            <a:r>
              <a:rPr lang="hu-HU" sz="2400" b="1" i="1" dirty="0">
                <a:solidFill>
                  <a:prstClr val="black"/>
                </a:solidFill>
                <a:latin typeface="Cambria"/>
              </a:rPr>
              <a:t>	</a:t>
            </a:r>
            <a:r>
              <a:rPr lang="hu-HU" sz="2400" i="1" dirty="0">
                <a:solidFill>
                  <a:prstClr val="black"/>
                </a:solidFill>
                <a:latin typeface="Cambria"/>
              </a:rPr>
              <a:t>Mutatón – pointeren – olyan változót értünk, melyben egy másik változó memóriában elfoglalt helyét tárolhatjuk. </a:t>
            </a:r>
          </a:p>
          <a:p>
            <a:pPr defTabSz="914400">
              <a:buClr>
                <a:srgbClr val="FFF39D"/>
              </a:buClr>
              <a:buNone/>
            </a:pPr>
            <a:r>
              <a:rPr lang="hu-HU" sz="2400" b="1" i="1" dirty="0">
                <a:solidFill>
                  <a:prstClr val="black"/>
                </a:solidFill>
                <a:latin typeface="Cambria"/>
              </a:rPr>
              <a:t>		mutatott_érték_típusa *mutató_neve;</a:t>
            </a:r>
          </a:p>
          <a:p>
            <a:pPr defTabSz="914400">
              <a:buClr>
                <a:srgbClr val="FFF39D"/>
              </a:buClr>
              <a:buNone/>
            </a:pPr>
            <a:r>
              <a:rPr lang="hu-HU" sz="2400" b="1" i="1" dirty="0">
                <a:solidFill>
                  <a:prstClr val="black"/>
                </a:solidFill>
                <a:latin typeface="Cambria"/>
              </a:rPr>
              <a:t>	</a:t>
            </a:r>
            <a:r>
              <a:rPr lang="hu-HU" sz="2200" dirty="0">
                <a:solidFill>
                  <a:prstClr val="black"/>
                </a:solidFill>
                <a:latin typeface="Cambria"/>
              </a:rPr>
              <a:t>(helyfoglalás csak a mutató számára történik, a lefoglalt tárterület egy memóriacím tárolására elegendő.)</a:t>
            </a:r>
          </a:p>
          <a:p>
            <a:pPr marL="457200" lvl="1" indent="0" defTabSz="914400">
              <a:buClr>
                <a:srgbClr val="575F6D"/>
              </a:buClr>
              <a:buNone/>
            </a:pPr>
            <a:endParaRPr lang="hu-HU" sz="2000" dirty="0"/>
          </a:p>
          <a:p>
            <a:pPr marL="457200" lvl="1" indent="0" defTabSz="914400">
              <a:buClr>
                <a:srgbClr val="575F6D"/>
              </a:buClr>
              <a:buNone/>
            </a:pPr>
            <a:r>
              <a:rPr lang="hu-HU" sz="2000" dirty="0"/>
              <a:t>int *</a:t>
            </a:r>
            <a:r>
              <a:rPr lang="hu-HU" sz="2000" dirty="0" err="1"/>
              <a:t>mut</a:t>
            </a:r>
            <a:r>
              <a:rPr lang="hu-HU" sz="2000" dirty="0"/>
              <a:t>;</a:t>
            </a:r>
          </a:p>
          <a:p>
            <a:pPr marL="457200" lvl="1" indent="0" defTabSz="914400">
              <a:buClr>
                <a:srgbClr val="575F6D"/>
              </a:buClr>
              <a:buNone/>
            </a:pPr>
            <a:endParaRPr lang="cs-CZ" sz="2000" dirty="0">
              <a:solidFill>
                <a:prstClr val="black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0343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09600" y="277817"/>
            <a:ext cx="10972800" cy="823620"/>
          </a:xfrm>
        </p:spPr>
        <p:txBody>
          <a:bodyPr/>
          <a:lstStyle/>
          <a:p>
            <a:r>
              <a:rPr lang="hu-HU" dirty="0"/>
              <a:t>* operátor - </a:t>
            </a:r>
            <a:r>
              <a:rPr lang="hu-HU" dirty="0" err="1"/>
              <a:t>indirekció</a:t>
            </a:r>
            <a:r>
              <a:rPr lang="hu-HU" dirty="0"/>
              <a:t> használata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sz="half" idx="1"/>
          </p:nvPr>
        </p:nvSpPr>
        <p:spPr>
          <a:xfrm>
            <a:off x="1981200" y="1600203"/>
            <a:ext cx="8219256" cy="4530725"/>
          </a:xfrm>
        </p:spPr>
        <p:txBody>
          <a:bodyPr>
            <a:normAutofit/>
          </a:bodyPr>
          <a:lstStyle/>
          <a:p>
            <a:pPr lvl="1"/>
            <a:r>
              <a:rPr lang="cs-CZ" dirty="0"/>
              <a:t>*:  közvetett elérés operátora (indirection), egyoperandusú operátor</a:t>
            </a:r>
          </a:p>
          <a:p>
            <a:pPr lvl="2"/>
            <a:r>
              <a:rPr lang="hu-HU" dirty="0"/>
              <a:t>Az </a:t>
            </a:r>
            <a:r>
              <a:rPr lang="hu-HU" dirty="0" err="1"/>
              <a:t>indirekció</a:t>
            </a:r>
            <a:r>
              <a:rPr lang="hu-HU" dirty="0"/>
              <a:t> olyan egyoperandusú művelet, mely operandusát memóriacímként kezeli, s előállítja a hozzá tartozó értéket.</a:t>
            </a:r>
          </a:p>
          <a:p>
            <a:pPr lvl="2"/>
            <a:r>
              <a:rPr lang="hu-HU" dirty="0"/>
              <a:t>A mutatók definiálása közvetett módon történik, nem magát a mutatót, hanem a mutatott értéket definiáljuk. </a:t>
            </a:r>
          </a:p>
          <a:p>
            <a:pPr lvl="1"/>
            <a:r>
              <a:rPr lang="hu-HU" dirty="0"/>
              <a:t>Értékadás mutatók számára kétféleképpen történhet</a:t>
            </a:r>
          </a:p>
          <a:p>
            <a:pPr lvl="2"/>
            <a:r>
              <a:rPr lang="hu-HU" dirty="0"/>
              <a:t>A program futása közben lefoglalunk megfelelő méretű tárterületet, s ennek kezdőcímét kapja meg a mutató változó. (pl. statikus tömbök, dinamikus tömbök)</a:t>
            </a:r>
          </a:p>
          <a:p>
            <a:pPr lvl="2"/>
            <a:r>
              <a:rPr lang="hu-HU" dirty="0"/>
              <a:t>A mutatót egy korábban definiált hagyományos változó kezdőcímével látjuk el.</a:t>
            </a:r>
          </a:p>
        </p:txBody>
      </p:sp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>
          <a:xfrm>
            <a:off x="8184232" y="6347558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</a:t>
            </a: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2135560" y="6347558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480E07B-7E5D-43BC-801B-03D2F7B69C86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>
            <a:spLocks noGrp="1" noChangeArrowheads="1"/>
          </p:cNvSpPr>
          <p:nvPr>
            <p:ph type="title"/>
          </p:nvPr>
        </p:nvSpPr>
        <p:spPr>
          <a:xfrm>
            <a:off x="609600" y="277816"/>
            <a:ext cx="10972800" cy="834011"/>
          </a:xfrm>
        </p:spPr>
        <p:txBody>
          <a:bodyPr/>
          <a:lstStyle/>
          <a:p>
            <a:r>
              <a:rPr lang="hu-HU" dirty="0"/>
              <a:t>&amp; operátor – címoperátor</a:t>
            </a:r>
            <a:endParaRPr lang="cs-CZ" dirty="0"/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1"/>
            <a:ext cx="4038600" cy="2908920"/>
          </a:xfrm>
        </p:spPr>
        <p:txBody>
          <a:bodyPr>
            <a:normAutofit/>
          </a:bodyPr>
          <a:lstStyle/>
          <a:p>
            <a:pPr>
              <a:buNone/>
            </a:pPr>
            <a:endParaRPr lang="hu-HU" sz="2400" b="1" i="1" dirty="0"/>
          </a:p>
          <a:p>
            <a:pPr>
              <a:buNone/>
            </a:pPr>
            <a:r>
              <a:rPr lang="hu-HU" sz="2400" dirty="0"/>
              <a:t>Példa:</a:t>
            </a:r>
          </a:p>
          <a:p>
            <a:pPr indent="11113">
              <a:buNone/>
            </a:pPr>
            <a:r>
              <a:rPr lang="cs-CZ" sz="2400" b="1" dirty="0">
                <a:latin typeface="Courier New" pitchFamily="49" charset="0"/>
                <a:cs typeface="Courier New" pitchFamily="49" charset="0"/>
              </a:rPr>
              <a:t>int count = 10, x;</a:t>
            </a:r>
          </a:p>
          <a:p>
            <a:pPr indent="11113">
              <a:buNone/>
            </a:pPr>
            <a:r>
              <a:rPr lang="cs-CZ" sz="2400" b="1" dirty="0">
                <a:latin typeface="Courier New" pitchFamily="49" charset="0"/>
                <a:cs typeface="Courier New" pitchFamily="49" charset="0"/>
              </a:rPr>
              <a:t>int *int_ptr;</a:t>
            </a:r>
          </a:p>
          <a:p>
            <a:pPr indent="11113">
              <a:buNone/>
            </a:pPr>
            <a:r>
              <a:rPr lang="cs-CZ" sz="2400" b="1" dirty="0">
                <a:latin typeface="Courier New" pitchFamily="49" charset="0"/>
                <a:cs typeface="Courier New" pitchFamily="49" charset="0"/>
              </a:rPr>
              <a:t>int_ptr=&amp;count;</a:t>
            </a:r>
          </a:p>
          <a:p>
            <a:pPr indent="11113">
              <a:buNone/>
            </a:pPr>
            <a:r>
              <a:rPr lang="cs-CZ" sz="2400" b="1" dirty="0">
                <a:latin typeface="Courier New" pitchFamily="49" charset="0"/>
                <a:cs typeface="Courier New" pitchFamily="49" charset="0"/>
              </a:rPr>
              <a:t>x = *int_ptr;</a:t>
            </a:r>
            <a:r>
              <a:rPr lang="cs-CZ" sz="2400" b="1" dirty="0"/>
              <a:t>	</a:t>
            </a:r>
          </a:p>
          <a:p>
            <a:pPr lvl="1"/>
            <a:endParaRPr lang="cs-CZ" sz="2000" dirty="0"/>
          </a:p>
        </p:txBody>
      </p:sp>
      <p:sp>
        <p:nvSpPr>
          <p:cNvPr id="20490" name="Rectangle 10"/>
          <p:cNvSpPr>
            <a:spLocks noGrp="1" noChangeArrowheads="1"/>
          </p:cNvSpPr>
          <p:nvPr>
            <p:ph sz="quarter" idx="2"/>
          </p:nvPr>
        </p:nvSpPr>
        <p:spPr>
          <a:xfrm>
            <a:off x="6023992" y="1916832"/>
            <a:ext cx="4392488" cy="2808312"/>
          </a:xfrm>
        </p:spPr>
        <p:txBody>
          <a:bodyPr/>
          <a:lstStyle/>
          <a:p>
            <a:r>
              <a:rPr lang="cs-CZ" sz="2000" dirty="0"/>
              <a:t>&amp;: „címe“ operátor (address of), egyoperandusú operátor</a:t>
            </a:r>
          </a:p>
          <a:p>
            <a:r>
              <a:rPr lang="cs-CZ" sz="2000" dirty="0"/>
              <a:t>az </a:t>
            </a:r>
            <a:r>
              <a:rPr lang="cs-CZ" sz="2000" i="1" dirty="0"/>
              <a:t>int_ptr</a:t>
            </a:r>
            <a:r>
              <a:rPr lang="cs-CZ" sz="2000" dirty="0"/>
              <a:t> a </a:t>
            </a:r>
            <a:r>
              <a:rPr lang="cs-CZ" sz="2000" i="1" dirty="0"/>
              <a:t>count</a:t>
            </a:r>
            <a:r>
              <a:rPr lang="cs-CZ" sz="2000" dirty="0"/>
              <a:t> címét tárolja, indirekt módon érhető el vele a </a:t>
            </a:r>
            <a:r>
              <a:rPr lang="cs-CZ" sz="2000" i="1" dirty="0"/>
              <a:t>count</a:t>
            </a:r>
            <a:r>
              <a:rPr lang="cs-CZ" sz="2000" dirty="0"/>
              <a:t> tartalma</a:t>
            </a:r>
          </a:p>
          <a:p>
            <a:r>
              <a:rPr lang="cs-CZ" sz="2000" dirty="0"/>
              <a:t>az </a:t>
            </a:r>
            <a:r>
              <a:rPr lang="cs-CZ" sz="2000" i="1" dirty="0"/>
              <a:t>x </a:t>
            </a:r>
            <a:r>
              <a:rPr lang="cs-CZ" sz="2000" dirty="0"/>
              <a:t>az </a:t>
            </a:r>
            <a:r>
              <a:rPr lang="cs-CZ" sz="2000" i="1" dirty="0"/>
              <a:t>int_ptr</a:t>
            </a:r>
            <a:r>
              <a:rPr lang="cs-CZ" sz="2000" dirty="0"/>
              <a:t> által mutatott érték, vagyis a </a:t>
            </a:r>
            <a:r>
              <a:rPr lang="cs-CZ" sz="2000" i="1" dirty="0"/>
              <a:t>count</a:t>
            </a:r>
            <a:r>
              <a:rPr lang="cs-CZ" sz="2000" dirty="0"/>
              <a:t> értéke, ami 10.</a:t>
            </a:r>
          </a:p>
        </p:txBody>
      </p:sp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>
          <a:xfrm>
            <a:off x="8197821" y="6351637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</a:t>
            </a: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2088356" y="6384462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480E07B-7E5D-43BC-801B-03D2F7B69C86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hu-HU">
              <a:solidFill>
                <a:srgbClr val="575F6D"/>
              </a:solidFill>
              <a:latin typeface="Arial" charset="0"/>
            </a:endParaRPr>
          </a:p>
        </p:txBody>
      </p:sp>
      <p:pic>
        <p:nvPicPr>
          <p:cNvPr id="2" name="Kép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229" y="4448844"/>
            <a:ext cx="3648075" cy="18764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4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4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4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04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 uiExpand="1" build="p"/>
      <p:bldP spid="2049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B4D2D-7CBA-D922-6D55-A1D0B8891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EDC2FB9-CDAC-C759-CB98-C2CB4C0C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Címoperátor: &amp;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587F5E83-736D-D7FA-A404-CBB15BF7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Alkalmazás: &amp;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valtozonev</a:t>
            </a:r>
            <a:endParaRPr lang="hu-HU" alt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iptr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		int értékre mutat, </a:t>
            </a:r>
          </a:p>
          <a:p>
            <a:pPr marL="358775" lvl="1" indent="0" eaLnBrk="1" hangingPunct="1">
              <a:buNone/>
            </a:pPr>
            <a:r>
              <a:rPr lang="hu-HU" alt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int típusú érték kezdőcíme</a:t>
            </a: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fptr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értékre mutat</a:t>
            </a: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			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doble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típusú érték kezdőcíme</a:t>
            </a: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i, *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iptr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iptr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&amp;i;</a:t>
            </a:r>
          </a:p>
          <a:p>
            <a:pPr eaLnBrk="1" hangingPunct="1">
              <a:lnSpc>
                <a:spcPct val="90000"/>
              </a:lnSpc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Címoperátor felhasználásával mutató változónak definiálásakor rögtön kezdőértéket adhatunk.</a:t>
            </a: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i;</a:t>
            </a:r>
          </a:p>
          <a:p>
            <a:pPr marL="358775" indent="0" eaLnBrk="1" hangingPunct="1">
              <a:lnSpc>
                <a:spcPct val="90000"/>
              </a:lnSpc>
              <a:buNone/>
            </a:pP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</a:t>
            </a:r>
            <a:r>
              <a:rPr lang="hu-HU" altLang="hu-H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iptr</a:t>
            </a:r>
            <a:r>
              <a:rPr lang="hu-HU" altLang="hu-H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&amp;i;</a:t>
            </a:r>
          </a:p>
          <a:p>
            <a:pPr eaLnBrk="1" hangingPunct="1">
              <a:lnSpc>
                <a:spcPct val="90000"/>
              </a:lnSpc>
            </a:pPr>
            <a:endParaRPr lang="hu-HU" altLang="hu-H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endParaRPr lang="hu-HU" altLang="hu-H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4" name="Dia számának helye 5">
            <a:extLst>
              <a:ext uri="{FF2B5EF4-FFF2-40B4-BE49-F238E27FC236}">
                <a16:creationId xmlns:a16="http://schemas.microsoft.com/office/drawing/2014/main" id="{B5FC224F-0EE4-427A-3282-03D56AAB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E33CD5DE-D4FC-422D-9541-8B5479EA68AD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9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B6FE866F-B365-8566-6E3D-773764CFB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188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D08AE-5879-CB73-DA76-0E60D9CCC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Dia számának helye 5">
            <a:extLst>
              <a:ext uri="{FF2B5EF4-FFF2-40B4-BE49-F238E27FC236}">
                <a16:creationId xmlns:a16="http://schemas.microsoft.com/office/drawing/2014/main" id="{15D6D5D8-CA52-8D06-3E54-66ADFC0FB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482FEDD7-52AC-4361-B297-186335803B82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10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34F38CE4-DAD9-52CA-EAA1-8E7DCC70F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Mutató példa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88B979E0-FD9B-8DB3-C343-F268CF065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0995" y="1879918"/>
            <a:ext cx="10058400" cy="402336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a;			a deklarálása, egyben definíció</a:t>
            </a:r>
          </a:p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 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		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mutató deklarálása</a:t>
            </a:r>
          </a:p>
          <a:p>
            <a:pPr marL="0" indent="0" eaLnBrk="1" hangingPunct="1">
              <a:buNone/>
            </a:pP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&amp;a;		értékadás</a:t>
            </a:r>
          </a:p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=7;			pointer 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indirekció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által mutatott érték)</a:t>
            </a:r>
          </a:p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a értéke 7 lesz</a:t>
            </a:r>
          </a:p>
          <a:p>
            <a:pPr eaLnBrk="1" hangingPunct="1"/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Fontos megjegyezni az ”int *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;” deklarációban és ”*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7;” kifejezésben használt ”*” mást jelent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E5864B8D-DF9D-A5F8-3B5A-D495A27E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715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E1D40-A358-B618-4989-14714EFE3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780EDA2-E75A-996B-FAB8-6B748880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hu-HU">
                <a:latin typeface="Times New Roman" panose="02020603050405020304" pitchFamily="18" charset="0"/>
                <a:cs typeface="Times New Roman" panose="02020603050405020304" pitchFamily="18" charset="0"/>
              </a:rPr>
              <a:t>További példa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AED1FA4-5E5D-1CB4-FEFF-2E9C58422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x=1; </a:t>
            </a:r>
          </a:p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* 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		int típusú mutató</a:t>
            </a:r>
          </a:p>
          <a:p>
            <a:pPr marL="0" indent="0" eaLnBrk="1" hangingPunct="1">
              <a:buNone/>
            </a:pP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&amp;x; 		x-re mutat</a:t>
            </a:r>
          </a:p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y = *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		y=1;</a:t>
            </a:r>
          </a:p>
          <a:p>
            <a:pPr marL="0" indent="0" eaLnBrk="1" hangingPunct="1">
              <a:buNone/>
            </a:pP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hu-HU" altLang="hu-H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hu-HU" alt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		x=0</a:t>
            </a:r>
          </a:p>
          <a:p>
            <a:pPr eaLnBrk="1" hangingPunct="1"/>
            <a:endParaRPr lang="hu-HU" alt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hu-HU" alt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40" name="Dia számának helye 5">
            <a:extLst>
              <a:ext uri="{FF2B5EF4-FFF2-40B4-BE49-F238E27FC236}">
                <a16:creationId xmlns:a16="http://schemas.microsoft.com/office/drawing/2014/main" id="{0639171A-9144-E233-B7A1-22454579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fld id="{00A8C981-4DC0-4CED-9908-D0BBAA7607B9}" type="slidenum">
              <a:rPr kumimoji="0" lang="hu-HU" altLang="hu-HU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11</a:t>
            </a:fld>
            <a:endParaRPr kumimoji="0" lang="hu-HU" altLang="hu-HU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7D6C988A-9597-4A57-F73B-61DFDF1A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8375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u-HU" dirty="0"/>
              <a:t>Mutatók érdekes tulajdonsága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63552" y="4991954"/>
            <a:ext cx="7200800" cy="1338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zövegdoboz 6"/>
          <p:cNvSpPr txBox="1"/>
          <p:nvPr/>
        </p:nvSpPr>
        <p:spPr>
          <a:xfrm>
            <a:off x="2063552" y="1484784"/>
            <a:ext cx="81369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c = 'Q';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 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&amp;c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&lt;&lt;c&lt;&lt;*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sz="2400" b="1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c='/';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&lt;&lt;c&lt;&lt;*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  </a:t>
            </a:r>
            <a:endParaRPr lang="hu-HU" sz="2000" b="1" dirty="0">
              <a:solidFill>
                <a:prstClr val="black"/>
              </a:solidFill>
              <a:latin typeface="Cambria"/>
              <a:cs typeface="Courier New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sz="2400" b="1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='N';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&lt;&lt;c&lt;&lt;*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	</a:t>
            </a:r>
            <a:endParaRPr lang="hu-HU" sz="2000" b="1" dirty="0">
              <a:solidFill>
                <a:prstClr val="black"/>
              </a:solidFill>
              <a:latin typeface="Cambria"/>
              <a:cs typeface="Courier New" pitchFamily="49" charset="0"/>
            </a:endParaRPr>
          </a:p>
        </p:txBody>
      </p:sp>
      <p:sp>
        <p:nvSpPr>
          <p:cNvPr id="8" name="Szövegdoboz 7"/>
          <p:cNvSpPr txBox="1"/>
          <p:nvPr/>
        </p:nvSpPr>
        <p:spPr>
          <a:xfrm>
            <a:off x="6528048" y="1556795"/>
            <a:ext cx="3528392" cy="830997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char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cptr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hu-HU" sz="2400" b="1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&amp;c</a:t>
            </a:r>
            <a:r>
              <a:rPr lang="hu-HU" sz="2400" b="1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6672064" y="3429000"/>
            <a:ext cx="352839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000" dirty="0">
                <a:solidFill>
                  <a:prstClr val="black"/>
                </a:solidFill>
                <a:latin typeface="Cambria"/>
                <a:cs typeface="Courier New" pitchFamily="49" charset="0"/>
              </a:rPr>
              <a:t>//a mutatott érték is változik</a:t>
            </a:r>
          </a:p>
          <a:p>
            <a:pPr marL="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sz="2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pPr marL="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sz="2400" dirty="0">
              <a:solidFill>
                <a:prstClr val="black"/>
              </a:solidFill>
              <a:latin typeface="Cambria"/>
              <a:cs typeface="Courier New" pitchFamily="49" charset="0"/>
            </a:endParaRPr>
          </a:p>
          <a:p>
            <a:pPr marL="0"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sz="2000" dirty="0">
                <a:solidFill>
                  <a:prstClr val="black"/>
                </a:solidFill>
                <a:latin typeface="Cambria"/>
                <a:cs typeface="Courier New" pitchFamily="49" charset="0"/>
              </a:rPr>
              <a:t>//a változó értéke is változik</a:t>
            </a: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2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505851-B390-4ADE-8C73-D213384B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Referencia (hivatkozási) típusú változó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BC58D9-6C57-4E95-9CA1-3033E8A8D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27465"/>
            <a:ext cx="10058400" cy="4668236"/>
          </a:xfrm>
        </p:spPr>
        <p:txBody>
          <a:bodyPr>
            <a:normAutofit fontScale="77500" lnSpcReduction="20000"/>
          </a:bodyPr>
          <a:lstStyle/>
          <a:p>
            <a:r>
              <a:rPr lang="hu-HU" dirty="0"/>
              <a:t>A mutatók (pointerek) helyett ajánlott használni</a:t>
            </a:r>
          </a:p>
          <a:p>
            <a:r>
              <a:rPr lang="hu-HU" dirty="0"/>
              <a:t>Úgy használhatjuk, mint egy változót, de helyfoglalás a ref. típusú változó számára nem történik, csak egy új alternatív nevet rendelünk egy már meglévő változóhoz.</a:t>
            </a:r>
          </a:p>
          <a:p>
            <a:r>
              <a:rPr lang="hu-HU" dirty="0"/>
              <a:t>Kötelező inicializálni</a:t>
            </a:r>
          </a:p>
          <a:p>
            <a:r>
              <a:rPr lang="hu-HU" dirty="0"/>
              <a:t>Referenciaváltozó definíciója</a:t>
            </a:r>
          </a:p>
          <a:p>
            <a:pPr marL="201168" lvl="1" indent="0">
              <a:buNone/>
            </a:pPr>
            <a:r>
              <a:rPr lang="hu-HU" dirty="0"/>
              <a:t>	</a:t>
            </a:r>
            <a:r>
              <a:rPr lang="hu-HU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2600" dirty="0">
                <a:solidFill>
                  <a:schemeClr val="tx1"/>
                </a:solidFill>
                <a:latin typeface="Consolas" panose="020B0609020204030204" pitchFamily="49" charset="0"/>
              </a:rPr>
              <a:t> x;</a:t>
            </a:r>
          </a:p>
          <a:p>
            <a:pPr marL="201168" lvl="1" indent="0">
              <a:buNone/>
            </a:pPr>
            <a:r>
              <a:rPr lang="hu-HU" sz="2600" dirty="0">
                <a:solidFill>
                  <a:schemeClr val="tx1"/>
                </a:solidFill>
                <a:latin typeface="Consolas" panose="020B0609020204030204" pitchFamily="49" charset="0"/>
              </a:rPr>
              <a:t>	</a:t>
            </a:r>
            <a:r>
              <a:rPr lang="hu-HU" sz="2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2600" dirty="0">
                <a:solidFill>
                  <a:schemeClr val="tx1"/>
                </a:solidFill>
                <a:latin typeface="Consolas" panose="020B0609020204030204" pitchFamily="49" charset="0"/>
              </a:rPr>
              <a:t> &amp;r=x;</a:t>
            </a:r>
            <a:r>
              <a:rPr lang="hu-HU" dirty="0"/>
              <a:t>	//az r a referencia, az x változóval inicializáltuk</a:t>
            </a:r>
          </a:p>
          <a:p>
            <a:r>
              <a:rPr lang="hu-HU" dirty="0"/>
              <a:t>A fenti definíció után, x és r között gyakorlatilag nem lesz különbség, memóriacímük is megegyezik </a:t>
            </a:r>
          </a:p>
          <a:p>
            <a:pPr marL="0" indent="0">
              <a:buNone/>
            </a:pPr>
            <a:r>
              <a:rPr lang="hu-HU" sz="2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hu-HU" sz="2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&amp;x </a:t>
            </a:r>
            <a:r>
              <a:rPr lang="hu-HU" sz="2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6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 "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&amp;r </a:t>
            </a:r>
            <a:r>
              <a:rPr lang="hu-HU" sz="26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endl</a:t>
            </a:r>
            <a:r>
              <a:rPr lang="hu-HU" sz="2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 //</a:t>
            </a:r>
            <a:r>
              <a:rPr lang="hu-HU" sz="26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?</a:t>
            </a:r>
            <a:endParaRPr lang="hu-HU" sz="2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hu-HU" dirty="0"/>
              <a:t>Ha egy műveletet elvégzünk az r referencián, az ugyanaz, mintha az x változón végeztük volna</a:t>
            </a:r>
          </a:p>
          <a:p>
            <a:r>
              <a:rPr lang="hu-HU" dirty="0"/>
              <a:t>Fő felhasználási területe függvények esetén a referencia típusú paraméterátadás, amelyet a C-</a:t>
            </a:r>
            <a:r>
              <a:rPr lang="hu-HU" dirty="0" err="1"/>
              <a:t>beli</a:t>
            </a:r>
            <a:r>
              <a:rPr lang="hu-HU" dirty="0"/>
              <a:t> cím szerinti paraméterátadás helyett használunk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7DD7460-155C-4273-A7B5-7D40F7F7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Programozás I. járműmérnöki szak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08F4DAF-0B49-4BF6-93FD-814E0CE57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13E31D-E2AB-40D1-8B51-AFA5AFEF393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914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7" name="Rectangle 7"/>
          <p:cNvSpPr>
            <a:spLocks noGrp="1" noChangeArrowheads="1"/>
          </p:cNvSpPr>
          <p:nvPr>
            <p:ph type="title"/>
          </p:nvPr>
        </p:nvSpPr>
        <p:spPr>
          <a:xfrm>
            <a:off x="1976736" y="3"/>
            <a:ext cx="8229600" cy="1139825"/>
          </a:xfrm>
        </p:spPr>
        <p:txBody>
          <a:bodyPr>
            <a:normAutofit/>
          </a:bodyPr>
          <a:lstStyle/>
          <a:p>
            <a:r>
              <a:rPr lang="cs-CZ" dirty="0"/>
              <a:t>Különböző típusú változók használata</a:t>
            </a:r>
          </a:p>
        </p:txBody>
      </p:sp>
      <p:sp>
        <p:nvSpPr>
          <p:cNvPr id="20488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600203"/>
            <a:ext cx="8219256" cy="4530725"/>
          </a:xfrm>
        </p:spPr>
        <p:txBody>
          <a:bodyPr/>
          <a:lstStyle/>
          <a:p>
            <a:pPr>
              <a:buNone/>
            </a:pPr>
            <a:r>
              <a:rPr lang="hu-HU" sz="2400" dirty="0"/>
              <a:t> 	</a:t>
            </a:r>
            <a:endParaRPr lang="cs-CZ" sz="2000" dirty="0"/>
          </a:p>
        </p:txBody>
      </p:sp>
      <p:graphicFrame>
        <p:nvGraphicFramePr>
          <p:cNvPr id="8" name="Tartalom helye 6"/>
          <p:cNvGraphicFramePr>
            <a:graphicFrameLocks noGrp="1"/>
          </p:cNvGraphicFramePr>
          <p:nvPr>
            <p:ph sz="quarter" idx="2"/>
          </p:nvPr>
        </p:nvGraphicFramePr>
        <p:xfrm>
          <a:off x="1991547" y="2276875"/>
          <a:ext cx="8291263" cy="3528393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05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92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változó definíció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értékadás a változónak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hivatkozás a memória-címre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8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egyszerű változó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hu-H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C/</a:t>
                      </a:r>
                      <a:r>
                        <a:rPr lang="hu-HU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hu-H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int a;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/>
                        <a:t>a=5;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/>
                        <a:t>&amp;a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8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mutató típusú változó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hu-H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C/</a:t>
                      </a:r>
                      <a:r>
                        <a:rPr lang="hu-HU" sz="2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hu-H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++</a:t>
                      </a: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int *</a:t>
                      </a:r>
                      <a:r>
                        <a:rPr lang="hu-HU" sz="2000" dirty="0" err="1"/>
                        <a:t>bptr</a:t>
                      </a:r>
                      <a:r>
                        <a:rPr lang="hu-HU" sz="2000" dirty="0"/>
                        <a:t>;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*</a:t>
                      </a:r>
                      <a:r>
                        <a:rPr lang="hu-HU" sz="2000" dirty="0" err="1"/>
                        <a:t>bptr</a:t>
                      </a:r>
                      <a:r>
                        <a:rPr lang="hu-HU" sz="2000" dirty="0"/>
                        <a:t>=15;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 err="1"/>
                        <a:t>bptr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8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referencia típusú változó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hu-HU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csak C++</a:t>
                      </a: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/>
                        <a:t>int </a:t>
                      </a:r>
                      <a:r>
                        <a:rPr lang="hu-HU" sz="2000" dirty="0" err="1"/>
                        <a:t>&amp;cref</a:t>
                      </a:r>
                      <a:r>
                        <a:rPr lang="hu-HU" sz="2000" dirty="0"/>
                        <a:t>=c;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 err="1"/>
                        <a:t>cref</a:t>
                      </a:r>
                      <a:r>
                        <a:rPr lang="hu-HU" sz="2000" dirty="0"/>
                        <a:t>=10;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hu-HU" sz="2000" dirty="0" err="1"/>
                        <a:t>&amp;cref</a:t>
                      </a:r>
                      <a:endParaRPr lang="hu-HU" sz="200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180000" marR="68580" marT="0" marB="0" anchor="ctr">
                    <a:cell3D prstMaterial="dkEdge">
                      <a:bevel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>
          <a:xfrm>
            <a:off x="8066856" y="6362700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</a:t>
            </a: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>
          <a:xfrm>
            <a:off x="2135560" y="6362700"/>
            <a:ext cx="2133600" cy="457200"/>
          </a:xfrm>
        </p:spPr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A480E07B-7E5D-43BC-801B-03D2F7B69C86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1991544" y="1556792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a, b, c;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 = 5;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"a="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</a:t>
            </a:r>
            <a:r>
              <a:rPr lang="hu-HU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&amp;a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&amp;a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*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&amp;b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*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15;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"*</a:t>
            </a:r>
            <a:r>
              <a:rPr lang="hu-HU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*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</a:t>
            </a:r>
            <a:r>
              <a:rPr lang="hu-HU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bptr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b="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b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&amp;b="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&amp;b &lt;&lt;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&amp;cref</a:t>
            </a: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c;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 = 10;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cref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cref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&amp;</a:t>
            </a:r>
            <a:r>
              <a:rPr lang="en-US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cref</a:t>
            </a:r>
            <a:r>
              <a:rPr lang="en-US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="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&amp;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cref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 &lt;&lt; </a:t>
            </a:r>
            <a:r>
              <a:rPr lang="fr-FR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c="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c &lt;&lt; </a:t>
            </a:r>
            <a:r>
              <a:rPr lang="fr-FR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   &amp;c="</a:t>
            </a:r>
            <a:r>
              <a:rPr lang="fr-FR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&amp;c &lt;&lt; endl &lt;&lt; endl;</a:t>
            </a: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1547" y="4973112"/>
            <a:ext cx="6799841" cy="1362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76184" y="0"/>
            <a:ext cx="5091819" cy="2132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571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148E-FA55-E607-FF2A-5486E24C2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E950C952-A430-4038-4EC3-2163F1CCA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Autofit/>
          </a:bodyPr>
          <a:lstStyle/>
          <a:p>
            <a:r>
              <a:rPr lang="hu-HU" sz="4400" dirty="0"/>
              <a:t>Tömbök és mutatók közötti összefüggések</a:t>
            </a:r>
            <a:endParaRPr lang="hu-HU" sz="2800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704DC54D-AF86-37AD-E025-A4D5AE9C693C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 Paneuropean Thin"/>
              <a:ea typeface="+mn-ea"/>
              <a:cs typeface="+mn-cs"/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799F999-4C4E-9864-AA03-54F08486B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02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22C08C53-8E81-AD58-8B24-68AB63CD3E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3932E1C-EE7B-5847-785D-27EF3364EB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49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754801" y="12076"/>
            <a:ext cx="8892480" cy="1139825"/>
          </a:xfrm>
        </p:spPr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Mutatók és tömbök kapcsolata </a:t>
            </a:r>
            <a:endParaRPr lang="cs-CZ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hu-HU" dirty="0"/>
              <a:t>a tömb neve olyan mutatót azonosít, amely a tömb első elemére irányul</a:t>
            </a:r>
            <a:br>
              <a:rPr lang="hu-HU" dirty="0"/>
            </a:br>
            <a:r>
              <a:rPr lang="hu-HU" dirty="0"/>
              <a:t>	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int 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tmb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[10]={0,1,2};</a:t>
            </a:r>
          </a:p>
          <a:p>
            <a:pPr lvl="1">
              <a:buNone/>
            </a:pPr>
            <a:r>
              <a:rPr lang="hu-HU" dirty="0">
                <a:cs typeface="Courier New" pitchFamily="49" charset="0"/>
              </a:rPr>
              <a:t>	esetén </a:t>
            </a:r>
            <a:r>
              <a:rPr lang="hu-HU" sz="2400" i="1" dirty="0" err="1"/>
              <a:t>tmb</a:t>
            </a:r>
            <a:r>
              <a:rPr lang="hu-HU" sz="2400" i="1" dirty="0"/>
              <a:t> int*  </a:t>
            </a:r>
            <a:r>
              <a:rPr lang="hu-HU" sz="2400" dirty="0"/>
              <a:t>típusú és a tömb első elemét címzi </a:t>
            </a:r>
            <a:br>
              <a:rPr lang="hu-HU" sz="2400" dirty="0"/>
            </a:br>
            <a:r>
              <a:rPr lang="hu-HU" sz="2400" dirty="0"/>
              <a:t>meg (</a:t>
            </a:r>
            <a:r>
              <a:rPr lang="hu-HU" dirty="0">
                <a:cs typeface="Courier New" pitchFamily="49" charset="0"/>
              </a:rPr>
              <a:t>*</a:t>
            </a:r>
            <a:r>
              <a:rPr lang="hu-HU" dirty="0" err="1">
                <a:cs typeface="Courier New" pitchFamily="49" charset="0"/>
              </a:rPr>
              <a:t>tmb</a:t>
            </a:r>
            <a:r>
              <a:rPr lang="hu-HU" dirty="0">
                <a:cs typeface="Courier New" pitchFamily="49" charset="0"/>
              </a:rPr>
              <a:t> és </a:t>
            </a:r>
            <a:r>
              <a:rPr lang="hu-HU" dirty="0" err="1">
                <a:cs typeface="Courier New" pitchFamily="49" charset="0"/>
              </a:rPr>
              <a:t>tmb</a:t>
            </a:r>
            <a:r>
              <a:rPr lang="hu-HU" dirty="0">
                <a:cs typeface="Courier New" pitchFamily="49" charset="0"/>
              </a:rPr>
              <a:t>[0] ugyanaz)</a:t>
            </a:r>
            <a:endParaRPr lang="hu-HU" sz="2400" dirty="0"/>
          </a:p>
          <a:p>
            <a:pPr lvl="1"/>
            <a:r>
              <a:rPr lang="hu-HU" dirty="0"/>
              <a:t>a tömb nevét konstans mutatóként kezeli a rendszer</a:t>
            </a:r>
            <a:br>
              <a:rPr lang="hu-HU" dirty="0"/>
            </a:br>
            <a:r>
              <a:rPr lang="hu-HU" dirty="0"/>
              <a:t>	</a:t>
            </a:r>
            <a:r>
              <a:rPr lang="hu-HU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tmb</a:t>
            </a:r>
            <a:r>
              <a:rPr lang="hu-HU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++;  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//helytelen!!</a:t>
            </a:r>
          </a:p>
          <a:p>
            <a:pPr>
              <a:spcBef>
                <a:spcPts val="0"/>
              </a:spcBef>
              <a:buNone/>
            </a:pPr>
            <a:r>
              <a:rPr lang="hu-HU" sz="2400" dirty="0">
                <a:cs typeface="Courier New" pitchFamily="49" charset="0"/>
              </a:rPr>
              <a:t>	DE: 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int *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tptr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buNone/>
            </a:pPr>
            <a:r>
              <a:rPr lang="hu-HU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tptr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&amp;tmb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[0];</a:t>
            </a:r>
            <a:r>
              <a:rPr lang="hu-HU" sz="2400" b="1" dirty="0">
                <a:cs typeface="Courier New" pitchFamily="49" charset="0"/>
              </a:rPr>
              <a:t>   </a:t>
            </a:r>
            <a:r>
              <a:rPr lang="hu-HU" sz="2400" dirty="0">
                <a:cs typeface="Courier New" pitchFamily="49" charset="0"/>
              </a:rPr>
              <a:t>vagy</a:t>
            </a:r>
            <a:r>
              <a:rPr lang="hu-HU" sz="2400" b="1" dirty="0">
                <a:cs typeface="Courier New" pitchFamily="49" charset="0"/>
              </a:rPr>
              <a:t>   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tptr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tmb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hu-HU" b="1" dirty="0">
                <a:cs typeface="Courier New" pitchFamily="49" charset="0"/>
              </a:rPr>
              <a:t>!! 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*(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tptr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++) </a:t>
            </a:r>
            <a:r>
              <a:rPr lang="hu-HU" b="1" i="1" dirty="0" err="1">
                <a:latin typeface="Courier New" pitchFamily="49" charset="0"/>
                <a:cs typeface="Courier New" pitchFamily="49" charset="0"/>
              </a:rPr>
              <a:t>tmb</a:t>
            </a:r>
            <a:r>
              <a:rPr lang="hu-HU" b="1" i="1" dirty="0">
                <a:latin typeface="Courier New" pitchFamily="49" charset="0"/>
                <a:cs typeface="Courier New" pitchFamily="49" charset="0"/>
              </a:rPr>
              <a:t>[1]</a:t>
            </a:r>
            <a:r>
              <a:rPr lang="hu-HU" b="1" dirty="0" err="1">
                <a:cs typeface="Courier New" pitchFamily="49" charset="0"/>
              </a:rPr>
              <a:t>-</a:t>
            </a:r>
            <a:r>
              <a:rPr lang="hu-HU" dirty="0" err="1">
                <a:cs typeface="Courier New" pitchFamily="49" charset="0"/>
              </a:rPr>
              <a:t>et</a:t>
            </a:r>
            <a:r>
              <a:rPr lang="hu-HU" dirty="0">
                <a:cs typeface="Courier New" pitchFamily="49" charset="0"/>
              </a:rPr>
              <a:t> jelenti és ugyanaz mint </a:t>
            </a:r>
            <a:r>
              <a:rPr lang="hu-HU" b="1" i="1" dirty="0" err="1">
                <a:latin typeface="Courier New" pitchFamily="49" charset="0"/>
                <a:cs typeface="Courier New" pitchFamily="49" charset="0"/>
              </a:rPr>
              <a:t>tptr</a:t>
            </a:r>
            <a:r>
              <a:rPr lang="hu-HU" b="1" i="1" dirty="0">
                <a:latin typeface="Courier New" pitchFamily="49" charset="0"/>
                <a:cs typeface="Courier New" pitchFamily="49" charset="0"/>
              </a:rPr>
              <a:t>[1]</a:t>
            </a:r>
            <a:r>
              <a:rPr lang="hu-HU" b="1" dirty="0">
                <a:cs typeface="Courier New" pitchFamily="49" charset="0"/>
              </a:rPr>
              <a:t> </a:t>
            </a:r>
            <a:r>
              <a:rPr lang="hu-HU" dirty="0">
                <a:cs typeface="Courier New" pitchFamily="49" charset="0"/>
              </a:rPr>
              <a:t>és</a:t>
            </a:r>
            <a:r>
              <a:rPr lang="hu-HU" b="1" dirty="0">
                <a:cs typeface="Courier New" pitchFamily="49" charset="0"/>
              </a:rPr>
              <a:t> </a:t>
            </a:r>
            <a:r>
              <a:rPr lang="hu-HU" b="1" i="1" dirty="0">
                <a:latin typeface="Courier New" pitchFamily="49" charset="0"/>
                <a:cs typeface="Courier New" pitchFamily="49" charset="0"/>
              </a:rPr>
              <a:t>*(</a:t>
            </a:r>
            <a:r>
              <a:rPr lang="hu-HU" b="1" i="1" dirty="0" err="1">
                <a:latin typeface="Courier New" pitchFamily="49" charset="0"/>
                <a:cs typeface="Courier New" pitchFamily="49" charset="0"/>
              </a:rPr>
              <a:t>tmb</a:t>
            </a:r>
            <a:r>
              <a:rPr lang="hu-HU" b="1" i="1" dirty="0">
                <a:latin typeface="Courier New" pitchFamily="49" charset="0"/>
                <a:cs typeface="Courier New" pitchFamily="49" charset="0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360308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7" name="Téglalap 6"/>
          <p:cNvSpPr/>
          <p:nvPr/>
        </p:nvSpPr>
        <p:spPr>
          <a:xfrm>
            <a:off x="1981200" y="1412777"/>
            <a:ext cx="30346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db;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tmb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[10] = { 1,2 };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*p;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p =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[10]{1,2};</a:t>
            </a: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298" y="2708921"/>
            <a:ext cx="6366756" cy="415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21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Példák: </a:t>
            </a:r>
            <a:r>
              <a:rPr lang="hu-HU" sz="2800" i="1" dirty="0"/>
              <a:t>vektor1-2.cpp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1981200" y="1268761"/>
            <a:ext cx="433836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vektor1.cpp*/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main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max; ++i)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cin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t[i];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j = 9; j &gt;= 0;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--j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t[j]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9" name="Téglalap 8"/>
          <p:cNvSpPr/>
          <p:nvPr/>
        </p:nvSpPr>
        <p:spPr>
          <a:xfrm>
            <a:off x="6458389" y="1268760"/>
            <a:ext cx="420961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vektor2.cpp*/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main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(i=0;i&lt;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max&amp;&amp;cin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t[i];++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j=i-1; j&gt;=0; --j)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t[j]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115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Példák: </a:t>
            </a:r>
            <a:r>
              <a:rPr lang="hu-HU" sz="2800" i="1" dirty="0"/>
              <a:t>vektor1-2.cpp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1981200" y="1268761"/>
            <a:ext cx="433836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vektor1.cpp*/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main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max; ++i)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cin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t[i];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j = 9; j &gt;= 0;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--j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t[j]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9" name="Téglalap 8"/>
          <p:cNvSpPr/>
          <p:nvPr/>
        </p:nvSpPr>
        <p:spPr>
          <a:xfrm>
            <a:off x="6458389" y="1268760"/>
            <a:ext cx="420961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vektor2.cpp*/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main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10;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t[10];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(i=0;i&lt;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max&amp;&amp;cin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t[i];++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j=i-1; j&gt;=0; --j)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t[j]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2"/>
          <a:srcRect r="47422"/>
          <a:stretch/>
        </p:blipFill>
        <p:spPr>
          <a:xfrm>
            <a:off x="4727849" y="1143000"/>
            <a:ext cx="1729551" cy="4667697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 rotWithShape="1">
          <a:blip r:embed="rId3"/>
          <a:srcRect r="24340"/>
          <a:stretch/>
        </p:blipFill>
        <p:spPr>
          <a:xfrm>
            <a:off x="8587861" y="173353"/>
            <a:ext cx="1813462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70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B471A-AA1E-73CB-36C2-11CADE7C6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BAC27F4-898D-22D4-830D-A9655A7A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Autofit/>
          </a:bodyPr>
          <a:lstStyle/>
          <a:p>
            <a:r>
              <a:rPr lang="hu-HU" sz="4400" dirty="0"/>
              <a:t>Dinamikus memóriakezelés a C++ programozási nyelvben. </a:t>
            </a:r>
            <a:endParaRPr lang="hu-HU" sz="1800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B784DF01-FB8F-3A02-7F81-B47FC26A3820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 Paneuropean Thin"/>
              <a:ea typeface="+mn-ea"/>
              <a:cs typeface="+mn-cs"/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63D55E0-0892-1F1E-A105-C2F5F093D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03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4CE2281F-B3BC-17CD-8FCB-36C5C90DE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4CD20990-A4BD-3967-85F5-F2B62425D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559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800" dirty="0"/>
              <a:t>Dinamikus tárkezelés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03512" y="1484787"/>
            <a:ext cx="8964488" cy="4530725"/>
          </a:xfrm>
        </p:spPr>
        <p:txBody>
          <a:bodyPr/>
          <a:lstStyle/>
          <a:p>
            <a:r>
              <a:rPr lang="hu-HU" dirty="0"/>
              <a:t>Szükségünk lehet olyan változóra, amely függetlenül létezik attól a hatókörtől, ahol létrehoztuk. </a:t>
            </a:r>
          </a:p>
          <a:p>
            <a:pPr lvl="1"/>
            <a:r>
              <a:rPr lang="hu-HU" dirty="0"/>
              <a:t>a 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dirty="0"/>
              <a:t> operátor hozza létre</a:t>
            </a:r>
          </a:p>
          <a:p>
            <a:pPr lvl="1"/>
            <a:r>
              <a:rPr lang="hu-HU" b="1" dirty="0" err="1">
                <a:latin typeface="Courier New" pitchFamily="49" charset="0"/>
                <a:cs typeface="Courier New" pitchFamily="49" charset="0"/>
              </a:rPr>
              <a:t>delete</a:t>
            </a:r>
            <a:r>
              <a:rPr lang="hu-HU" dirty="0"/>
              <a:t> operátor számolja fel</a:t>
            </a:r>
          </a:p>
          <a:p>
            <a:pPr lvl="1"/>
            <a:r>
              <a:rPr lang="hu-HU" dirty="0"/>
              <a:t>a „szabad tárban” vagyis a dinamikus memóriában (</a:t>
            </a:r>
            <a:r>
              <a:rPr lang="hu-HU" dirty="0" err="1"/>
              <a:t>heap</a:t>
            </a:r>
            <a:r>
              <a:rPr lang="hu-HU" dirty="0"/>
              <a:t>) jön létre, és addig létezik, ameddig a </a:t>
            </a:r>
            <a:r>
              <a:rPr lang="hu-HU" dirty="0" err="1"/>
              <a:t>delete-tel</a:t>
            </a:r>
            <a:r>
              <a:rPr lang="hu-HU" dirty="0"/>
              <a:t> meg nem semmisítjük</a:t>
            </a:r>
          </a:p>
          <a:p>
            <a:r>
              <a:rPr lang="hu-HU" dirty="0"/>
              <a:t>A dinamikus tárkezelés lépései</a:t>
            </a:r>
          </a:p>
          <a:p>
            <a:pPr lvl="1"/>
            <a:r>
              <a:rPr lang="hu-HU" dirty="0"/>
              <a:t>Megfelelő méretű dinamikus tárterület lefoglalása </a:t>
            </a:r>
          </a:p>
          <a:p>
            <a:pPr lvl="1"/>
            <a:r>
              <a:rPr lang="hu-HU" dirty="0"/>
              <a:t>A lefoglalt tárterület használata</a:t>
            </a:r>
          </a:p>
          <a:p>
            <a:pPr lvl="1"/>
            <a:r>
              <a:rPr lang="hu-HU" dirty="0"/>
              <a:t>A feleslegessé vált dinamikus tárterület felszabadítása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98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538163" algn="l"/>
                <a:tab pos="712788" algn="l"/>
                <a:tab pos="2595563" algn="l"/>
              </a:tabLst>
            </a:pP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pic>
        <p:nvPicPr>
          <p:cNvPr id="12" name="Tartalom helye 1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7608" y="0"/>
            <a:ext cx="6984776" cy="6220058"/>
          </a:xfrm>
          <a:scene3d>
            <a:camera prst="orthographicFront">
              <a:rot lat="0" lon="0" rev="3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754318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u-HU" sz="2800" dirty="0"/>
              <a:t>A </a:t>
            </a:r>
            <a:r>
              <a:rPr lang="hu-H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hu-HU" sz="2800" dirty="0"/>
              <a:t> és a </a:t>
            </a:r>
            <a:r>
              <a:rPr lang="hu-HU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hu-HU" sz="2800" dirty="0"/>
              <a:t> operátorok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75520" y="1143000"/>
            <a:ext cx="8712968" cy="5213350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A 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dirty="0"/>
              <a:t> operátor az operandusában megadott típusnak megfelelő méretű területet foglal a szabad memóriában, és a területre mutató pointert ad eredményül:</a:t>
            </a:r>
          </a:p>
          <a:p>
            <a:pPr marL="1169988" indent="0">
              <a:buNone/>
            </a:pP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*</a:t>
            </a: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fptr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169988" indent="0">
              <a:buNone/>
            </a:pP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fptr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hu-HU" dirty="0">
                <a:cs typeface="Courier New" pitchFamily="49" charset="0"/>
              </a:rPr>
              <a:t>Használat:</a:t>
            </a:r>
          </a:p>
          <a:p>
            <a:pPr marL="1163638" lvl="1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hu-HU" b="1" dirty="0">
                <a:latin typeface="Courier New" pitchFamily="49" charset="0"/>
                <a:cs typeface="Courier New" pitchFamily="49" charset="0"/>
              </a:rPr>
              <a:t>*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fptr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=15;	</a:t>
            </a:r>
          </a:p>
          <a:p>
            <a:pPr lvl="1"/>
            <a:r>
              <a:rPr lang="hu-HU" dirty="0"/>
              <a:t>A 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delete</a:t>
            </a:r>
            <a:r>
              <a:rPr lang="hu-HU" dirty="0"/>
              <a:t> operátor a 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dirty="0"/>
              <a:t> operátor által lefoglalt területet felszabadítja:</a:t>
            </a:r>
          </a:p>
          <a:p>
            <a:pPr marL="1169988" indent="0">
              <a:buNone/>
            </a:pP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delete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fptr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1169988" indent="0">
              <a:buNone/>
            </a:pPr>
            <a:r>
              <a:rPr lang="hu-HU" sz="2200" dirty="0"/>
              <a:t>Csak a </a:t>
            </a: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200" dirty="0"/>
              <a:t> által visszaadott mutatóra vagy nullára lehet alkalmazni. Ha nullára alkalmazzuk nem lesz hatása.</a:t>
            </a:r>
          </a:p>
          <a:p>
            <a:pPr marL="0" indent="0">
              <a:buNone/>
            </a:pPr>
            <a:endParaRPr lang="hu-HU" sz="2400" dirty="0"/>
          </a:p>
          <a:p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pic>
        <p:nvPicPr>
          <p:cNvPr id="6" name="Kép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327" y="1856175"/>
            <a:ext cx="4075918" cy="735346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293" y="2557242"/>
            <a:ext cx="4618952" cy="739461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3610" y="3257471"/>
            <a:ext cx="4594878" cy="746738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7294" y="4437113"/>
            <a:ext cx="4601195" cy="77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6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2420938" algn="l"/>
              </a:tabLst>
            </a:pPr>
            <a:endParaRPr lang="hu-HU" dirty="0"/>
          </a:p>
        </p:txBody>
      </p:sp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7608" y="0"/>
            <a:ext cx="7348398" cy="6170150"/>
          </a:xfrm>
        </p:spPr>
      </p:pic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777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u-HU" sz="2800" dirty="0"/>
              <a:t>Dinamikus tömbök fogalma és használata C++</a:t>
            </a:r>
            <a:r>
              <a:rPr lang="hu-HU" sz="2800" dirty="0" err="1"/>
              <a:t>-ban</a:t>
            </a:r>
            <a:r>
              <a:rPr lang="hu-HU" sz="2800" dirty="0"/>
              <a:t> 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775520" y="1268760"/>
            <a:ext cx="8892480" cy="5112568"/>
          </a:xfrm>
        </p:spPr>
        <p:txBody>
          <a:bodyPr>
            <a:normAutofit lnSpcReduction="10000"/>
          </a:bodyPr>
          <a:lstStyle/>
          <a:p>
            <a:pPr marL="174625" indent="0">
              <a:buNone/>
            </a:pPr>
            <a:r>
              <a:rPr lang="hu-HU" sz="2400" dirty="0">
                <a:cs typeface="Courier New" pitchFamily="49" charset="0"/>
              </a:rPr>
              <a:t>A 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400" dirty="0">
                <a:cs typeface="Courier New" pitchFamily="49" charset="0"/>
              </a:rPr>
              <a:t> használatával létrehozhatunk tömböt is. A tömb elemei a dinamikus memóriában kerülnek tárolásra, sorfolytonosan.</a:t>
            </a:r>
          </a:p>
          <a:p>
            <a:pPr lvl="1"/>
            <a:r>
              <a:rPr lang="hu-HU" dirty="0">
                <a:cs typeface="Courier New" pitchFamily="49" charset="0"/>
              </a:rPr>
              <a:t>Tárfoglalás 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dirty="0">
                <a:cs typeface="Courier New" pitchFamily="49" charset="0"/>
              </a:rPr>
              <a:t> operátorral: </a:t>
            </a:r>
          </a:p>
          <a:p>
            <a:pPr marL="712788" indent="0">
              <a:buNone/>
            </a:pP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db=10;	</a:t>
            </a:r>
          </a:p>
          <a:p>
            <a:pPr marL="712788" indent="0">
              <a:buNone/>
            </a:pP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 *p=</a:t>
            </a:r>
            <a:r>
              <a:rPr lang="hu-HU" sz="23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int[db];</a:t>
            </a:r>
            <a:br>
              <a:rPr lang="hu-HU" sz="23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</a:br>
            <a:r>
              <a:rPr lang="hu-HU" sz="2400" dirty="0">
                <a:cs typeface="Courier New" pitchFamily="49" charset="0"/>
              </a:rPr>
              <a:t>az elemszám változó is lehet</a:t>
            </a:r>
          </a:p>
          <a:p>
            <a:pPr lvl="1"/>
            <a:r>
              <a:rPr lang="hu-HU" dirty="0">
                <a:cs typeface="Courier New" pitchFamily="49" charset="0"/>
              </a:rPr>
              <a:t>Használat: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*p=15;	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hu-HU" b="1" dirty="0">
                <a:latin typeface="Courier New" pitchFamily="49" charset="0"/>
                <a:cs typeface="Courier New" pitchFamily="49" charset="0"/>
              </a:rPr>
              <a:t>	p[3]=10;</a:t>
            </a:r>
          </a:p>
          <a:p>
            <a:pPr lvl="1"/>
            <a:r>
              <a:rPr lang="hu-HU" dirty="0">
                <a:cs typeface="Courier New" pitchFamily="49" charset="0"/>
              </a:rPr>
              <a:t>Tárfelszabadítás 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delete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 [] </a:t>
            </a:r>
            <a:r>
              <a:rPr lang="hu-HU" dirty="0">
                <a:cs typeface="Courier New" pitchFamily="49" charset="0"/>
              </a:rPr>
              <a:t>operátorral:</a:t>
            </a:r>
          </a:p>
          <a:p>
            <a:pPr marL="457200" lvl="1" indent="0">
              <a:buNone/>
            </a:pPr>
            <a:r>
              <a:rPr lang="hu-HU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b="1" dirty="0" err="1">
                <a:latin typeface="Courier New" pitchFamily="49" charset="0"/>
                <a:cs typeface="Courier New" pitchFamily="49" charset="0"/>
              </a:rPr>
              <a:t>delete</a:t>
            </a:r>
            <a:r>
              <a:rPr lang="hu-HU" b="1" dirty="0">
                <a:latin typeface="Courier New" pitchFamily="49" charset="0"/>
                <a:cs typeface="Courier New" pitchFamily="49" charset="0"/>
              </a:rPr>
              <a:t> []p;</a:t>
            </a:r>
          </a:p>
          <a:p>
            <a:pPr marL="901700" indent="0">
              <a:buClr>
                <a:srgbClr val="FFCC00"/>
              </a:buClr>
              <a:buNone/>
            </a:pPr>
            <a:r>
              <a:rPr lang="hu-HU" sz="2200" dirty="0">
                <a:solidFill>
                  <a:srgbClr val="000000"/>
                </a:solidFill>
              </a:rPr>
              <a:t>Csak a </a:t>
            </a:r>
            <a:r>
              <a:rPr lang="hu-HU" sz="2200" b="1" dirty="0" err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200" dirty="0">
                <a:solidFill>
                  <a:srgbClr val="000000"/>
                </a:solidFill>
              </a:rPr>
              <a:t> által visszaadott mutatóra vagy nullára lehet alkalmazni. Ha nullára alkalmazzuk nem lesz hatása.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0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Dinamikus tömbök használatának előnyei</a:t>
            </a:r>
          </a:p>
          <a:p>
            <a:pPr marL="0" indent="0">
              <a:buNone/>
            </a:pPr>
            <a:endParaRPr lang="hu-HU" dirty="0"/>
          </a:p>
          <a:p>
            <a:pPr lvl="1"/>
            <a:r>
              <a:rPr lang="hu-HU" dirty="0"/>
              <a:t>nem kell a program írásakor ismernünk a tömb méretét</a:t>
            </a:r>
          </a:p>
          <a:p>
            <a:pPr lvl="1"/>
            <a:r>
              <a:rPr lang="hu-HU" dirty="0"/>
              <a:t>futási időben definiálhatjuk a tömböt, így a tömb méretét futási időben határozhatjuk meg</a:t>
            </a:r>
          </a:p>
          <a:p>
            <a:pPr lvl="1"/>
            <a:r>
              <a:rPr lang="hu-HU" dirty="0"/>
              <a:t>pontosan akkora méretű tömböt hozhatunk létre, amekkorára szükség van</a:t>
            </a:r>
          </a:p>
          <a:p>
            <a:pPr lvl="1"/>
            <a:r>
              <a:rPr lang="hu-HU" dirty="0"/>
              <a:t>addig foglalja a memóriát, ameddig szükség van rá</a:t>
            </a:r>
          </a:p>
          <a:p>
            <a:pPr lvl="1"/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64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3CFAF-E860-C8B8-5AAD-B6DB18613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139588-19BB-3AC4-7A79-DD0489E6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575"/>
          </a:xfrm>
        </p:spPr>
        <p:txBody>
          <a:bodyPr/>
          <a:lstStyle/>
          <a:p>
            <a:r>
              <a:rPr lang="hu-HU" dirty="0"/>
              <a:t>Egyszerű példa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3183560-FF07-7E04-E5F1-EA4652F3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400" b="0" i="0" u="none" strike="noStrike" kern="1200" cap="none" spc="0" normalizeH="0" baseline="0" noProof="0">
                <a:ln>
                  <a:noFill/>
                </a:ln>
                <a:solidFill>
                  <a:srgbClr val="575F6D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Programozás I. járműmérnöki szak</a:t>
            </a:r>
            <a:endParaRPr kumimoji="0" lang="hu-HU" sz="1400" b="0" i="0" u="none" strike="noStrike" kern="1200" cap="none" spc="0" normalizeH="0" baseline="0" noProof="0" dirty="0">
              <a:ln>
                <a:noFill/>
              </a:ln>
              <a:solidFill>
                <a:srgbClr val="575F6D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37814630-BF8E-9346-BE9C-5A8DBA64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7E590-30EE-4C3C-9446-9D251A73FC07}" type="slidenum">
              <a:rPr kumimoji="0" lang="hu-HU" sz="1400" b="0" i="0" u="none" strike="noStrike" kern="1200" cap="none" spc="0" normalizeH="0" baseline="0" noProof="0" smtClean="0">
                <a:ln>
                  <a:noFill/>
                </a:ln>
                <a:solidFill>
                  <a:srgbClr val="575F6D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hu-HU" sz="1400" b="0" i="0" u="none" strike="noStrike" kern="1200" cap="none" spc="0" normalizeH="0" baseline="0" noProof="0" dirty="0">
              <a:ln>
                <a:noFill/>
              </a:ln>
              <a:solidFill>
                <a:srgbClr val="575F6D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745D56B6-5FD9-5E0F-F5B9-AAFCF33A56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513715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//#</a:t>
            </a:r>
            <a:r>
              <a:rPr lang="hu-HU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include</a:t>
            </a: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&lt;</a:t>
            </a:r>
            <a:r>
              <a:rPr lang="hu-HU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ctime</a:t>
            </a: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&gt; szükséges a </a:t>
            </a:r>
            <a:r>
              <a:rPr lang="hu-HU" sz="1600" dirty="0" err="1">
                <a:solidFill>
                  <a:srgbClr val="008000"/>
                </a:solidFill>
                <a:latin typeface="Consolas" panose="020B0609020204030204" pitchFamily="49" charset="0"/>
              </a:rPr>
              <a:t>time</a:t>
            </a: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() függvényhez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srand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time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600" dirty="0">
                <a:solidFill>
                  <a:srgbClr val="6F008A"/>
                </a:solidFill>
                <a:latin typeface="Consolas" panose="020B0609020204030204" pitchFamily="49" charset="0"/>
              </a:rPr>
              <a:t>NULL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n;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hany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kockadobas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 legyen? 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cin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n; </a:t>
            </a:r>
            <a:r>
              <a:rPr lang="hu-HU" sz="1600" dirty="0">
                <a:solidFill>
                  <a:srgbClr val="008000"/>
                </a:solidFill>
                <a:latin typeface="Consolas" panose="020B0609020204030204" pitchFamily="49" charset="0"/>
              </a:rPr>
              <a:t>//n-t illene ellenőrizni, hogy legalább 1 legyen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dobas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[n];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dobas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== 0)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"hiba a 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tarfoglalaskor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1;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"A dobott </a:t>
            </a:r>
            <a:r>
              <a:rPr lang="hu-HU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ertekek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: 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nn-NO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dirty="0">
                <a:solidFill>
                  <a:srgbClr val="2B91AF"/>
                </a:solidFill>
                <a:latin typeface="Consolas" panose="020B0609020204030204" pitchFamily="49" charset="0"/>
              </a:rPr>
              <a:t>size_t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n; i++)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dobas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[i] = 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() % 6 + 1;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dobas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[i]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A31515"/>
                </a:solidFill>
                <a:latin typeface="Consolas" panose="020B0609020204030204" pitchFamily="49" charset="0"/>
              </a:rPr>
              <a:t>" "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  <a:tabLst>
                <a:tab pos="358775" algn="l"/>
                <a:tab pos="717550" algn="l"/>
              </a:tabLst>
            </a:pPr>
            <a:r>
              <a:rPr lang="hu-HU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hu-HU" sz="1600" dirty="0">
                <a:solidFill>
                  <a:srgbClr val="0000FF"/>
                </a:solidFill>
                <a:latin typeface="Consolas" panose="020B0609020204030204" pitchFamily="49" charset="0"/>
              </a:rPr>
              <a:t>[]</a:t>
            </a:r>
            <a:r>
              <a:rPr lang="hu-HU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dobas</a:t>
            </a:r>
            <a:r>
              <a:rPr lang="hu-HU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hu-HU" sz="1800" dirty="0"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7DB272FD-F34F-4AE3-0D89-0EE4CAA9C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192" y="4998916"/>
            <a:ext cx="574357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536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Dinamikus tömbök használata</a:t>
            </a:r>
            <a:br>
              <a:rPr lang="hu-HU" dirty="0"/>
            </a:br>
            <a:r>
              <a:rPr lang="hu-HU" dirty="0"/>
              <a:t>Példa: </a:t>
            </a:r>
            <a:r>
              <a:rPr lang="hu-HU" i="1" dirty="0"/>
              <a:t>vektor3.cpp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000000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000000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hu-HU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Téglalap 7"/>
          <p:cNvSpPr/>
          <p:nvPr/>
        </p:nvSpPr>
        <p:spPr>
          <a:xfrm>
            <a:off x="1981200" y="1143000"/>
            <a:ext cx="4618856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vektor3.cpp*/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main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cin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(i=0; i&lt;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max&amp;&amp;cin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[i]; ++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j = i - 1; j &gt;= 0; --j)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[j]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[]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137" y="1412777"/>
            <a:ext cx="164782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53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Példa: Részeg ember bolyongása a lépcsőn. Tároljuk, hogy melyik lépcsőn hányszor volt, és pl. 100 lépés után hova került.</a:t>
            </a:r>
            <a:br>
              <a:rPr lang="hu-HU" dirty="0"/>
            </a:br>
            <a:r>
              <a:rPr lang="hu-HU" i="1" dirty="0"/>
              <a:t>pelda4_2bolyong.cpp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cxnSp>
        <p:nvCxnSpPr>
          <p:cNvPr id="7" name="Szögletes összekötő 6"/>
          <p:cNvCxnSpPr/>
          <p:nvPr/>
        </p:nvCxnSpPr>
        <p:spPr>
          <a:xfrm flipV="1">
            <a:off x="3143672" y="5301208"/>
            <a:ext cx="504056" cy="21602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Csoportba foglalás 13"/>
          <p:cNvGrpSpPr/>
          <p:nvPr/>
        </p:nvGrpSpPr>
        <p:grpSpPr>
          <a:xfrm>
            <a:off x="3395700" y="4869160"/>
            <a:ext cx="756084" cy="432048"/>
            <a:chOff x="1871700" y="4869160"/>
            <a:chExt cx="756084" cy="432048"/>
          </a:xfrm>
        </p:grpSpPr>
        <p:cxnSp>
          <p:nvCxnSpPr>
            <p:cNvPr id="8" name="Szögletes összekötő 7"/>
            <p:cNvCxnSpPr/>
            <p:nvPr/>
          </p:nvCxnSpPr>
          <p:spPr>
            <a:xfrm flipV="1">
              <a:off x="1871700" y="5085184"/>
              <a:ext cx="504056" cy="21602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zögletes összekötő 8"/>
            <p:cNvCxnSpPr/>
            <p:nvPr/>
          </p:nvCxnSpPr>
          <p:spPr>
            <a:xfrm flipV="1">
              <a:off x="2123728" y="4869160"/>
              <a:ext cx="504056" cy="21602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Csoportba foglalás 14"/>
          <p:cNvGrpSpPr/>
          <p:nvPr/>
        </p:nvGrpSpPr>
        <p:grpSpPr>
          <a:xfrm>
            <a:off x="3899756" y="4000002"/>
            <a:ext cx="1260140" cy="869159"/>
            <a:chOff x="2375756" y="4000001"/>
            <a:chExt cx="1260140" cy="869159"/>
          </a:xfrm>
        </p:grpSpPr>
        <p:cxnSp>
          <p:nvCxnSpPr>
            <p:cNvPr id="10" name="Szögletes összekötő 9"/>
            <p:cNvCxnSpPr/>
            <p:nvPr/>
          </p:nvCxnSpPr>
          <p:spPr>
            <a:xfrm flipV="1">
              <a:off x="2375756" y="4653136"/>
              <a:ext cx="504056" cy="21602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zögletes összekötő 10"/>
            <p:cNvCxnSpPr/>
            <p:nvPr/>
          </p:nvCxnSpPr>
          <p:spPr>
            <a:xfrm flipV="1">
              <a:off x="2627784" y="4437112"/>
              <a:ext cx="504056" cy="21602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zögletes összekötő 11"/>
            <p:cNvCxnSpPr/>
            <p:nvPr/>
          </p:nvCxnSpPr>
          <p:spPr>
            <a:xfrm flipV="1">
              <a:off x="2879812" y="4221088"/>
              <a:ext cx="504056" cy="21602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zögletes összekötő 12"/>
            <p:cNvCxnSpPr/>
            <p:nvPr/>
          </p:nvCxnSpPr>
          <p:spPr>
            <a:xfrm flipV="1">
              <a:off x="3131840" y="4000001"/>
              <a:ext cx="504056" cy="21602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3743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u-HU" sz="2800" i="1" dirty="0"/>
              <a:t>vektor4.cpp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31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1979223" y="1183918"/>
            <a:ext cx="41148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vektor4.cpp*/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grow(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*t =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 =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(cin 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t[i])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	++i;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grow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(t,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j=i-1; j&gt;=0; --j)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		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t[j] 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</a:rPr>
              <a:t>&lt;&lt;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  <a:tab pos="539750" algn="l"/>
              </a:tabLs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[]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t;    	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églalap 6"/>
          <p:cNvSpPr/>
          <p:nvPr/>
        </p:nvSpPr>
        <p:spPr>
          <a:xfrm>
            <a:off x="6528048" y="1832036"/>
            <a:ext cx="382035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grow(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newtp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[2*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 ++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newtp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[]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newtp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9843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1979223" y="1183918"/>
            <a:ext cx="41148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vektor4.cpp*/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grow(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main()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2;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*t =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 =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 cin 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t[i] 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  ++i;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 i ==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grow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 t,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b-N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nb-NO" dirty="0">
                <a:solidFill>
                  <a:srgbClr val="000000"/>
                </a:solidFill>
                <a:latin typeface="Consolas" panose="020B0609020204030204" pitchFamily="49" charset="0"/>
              </a:rPr>
              <a:t> j=i-1; j&gt;=0; --j)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t[j] </a:t>
            </a:r>
            <a:r>
              <a:rPr lang="hu-HU" dirty="0">
                <a:solidFill>
                  <a:srgbClr val="008080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[]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églalap 6"/>
          <p:cNvSpPr/>
          <p:nvPr/>
        </p:nvSpPr>
        <p:spPr>
          <a:xfrm>
            <a:off x="6528048" y="1832036"/>
            <a:ext cx="3820356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grow(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*&amp;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&amp; 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*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newtp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[2*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 ++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newtp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ii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[]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2*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sz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newtp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Jobbra nyíl 9"/>
          <p:cNvSpPr/>
          <p:nvPr/>
        </p:nvSpPr>
        <p:spPr>
          <a:xfrm>
            <a:off x="3118026" y="4252951"/>
            <a:ext cx="39553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>
              <a:solidFill>
                <a:prstClr val="white"/>
              </a:solidFill>
              <a:latin typeface="Cambria"/>
            </a:endParaRPr>
          </a:p>
        </p:txBody>
      </p:sp>
      <p:sp>
        <p:nvSpPr>
          <p:cNvPr id="11" name="Jobbra nyíl 10"/>
          <p:cNvSpPr/>
          <p:nvPr/>
        </p:nvSpPr>
        <p:spPr>
          <a:xfrm>
            <a:off x="6542846" y="4073124"/>
            <a:ext cx="39553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>
              <a:solidFill>
                <a:prstClr val="white"/>
              </a:solidFill>
              <a:latin typeface="Cambria"/>
            </a:endParaRPr>
          </a:p>
        </p:txBody>
      </p:sp>
      <p:sp>
        <p:nvSpPr>
          <p:cNvPr id="12" name="Jobbra nyíl 11"/>
          <p:cNvSpPr/>
          <p:nvPr/>
        </p:nvSpPr>
        <p:spPr>
          <a:xfrm>
            <a:off x="1773573" y="-3801"/>
            <a:ext cx="395536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>
              <a:solidFill>
                <a:prstClr val="white"/>
              </a:solidFill>
              <a:latin typeface="Cambria"/>
            </a:endParaRPr>
          </a:p>
        </p:txBody>
      </p:sp>
      <p:sp>
        <p:nvSpPr>
          <p:cNvPr id="17" name="Jobbra nyíl 16"/>
          <p:cNvSpPr/>
          <p:nvPr/>
        </p:nvSpPr>
        <p:spPr>
          <a:xfrm>
            <a:off x="5950137" y="4941168"/>
            <a:ext cx="395536" cy="28803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>
              <a:solidFill>
                <a:prstClr val="white"/>
              </a:solidFill>
              <a:latin typeface="Cambria"/>
            </a:endParaRPr>
          </a:p>
        </p:txBody>
      </p:sp>
      <p:sp>
        <p:nvSpPr>
          <p:cNvPr id="18" name="Jobbra nyíl 17"/>
          <p:cNvSpPr/>
          <p:nvPr/>
        </p:nvSpPr>
        <p:spPr>
          <a:xfrm>
            <a:off x="2121071" y="4561738"/>
            <a:ext cx="395536" cy="288032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>
              <a:solidFill>
                <a:prstClr val="white"/>
              </a:solidFill>
              <a:latin typeface="Cambria"/>
            </a:endParaRPr>
          </a:p>
        </p:txBody>
      </p:sp>
      <p:pic>
        <p:nvPicPr>
          <p:cNvPr id="15" name="Kép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505" y="15632"/>
            <a:ext cx="5191515" cy="1774079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673" y="4952833"/>
            <a:ext cx="4493104" cy="1725489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546" y="140215"/>
            <a:ext cx="1155700" cy="290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612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7" grpId="0" animBg="1"/>
      <p:bldP spid="1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r>
              <a:rPr lang="hu-HU" sz="2800" dirty="0"/>
              <a:t>A dinamikus memóriakezelés problémái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991544" y="1484784"/>
            <a:ext cx="8579296" cy="4896544"/>
          </a:xfrm>
        </p:spPr>
        <p:txBody>
          <a:bodyPr/>
          <a:lstStyle/>
          <a:p>
            <a:r>
              <a:rPr lang="hu-HU" dirty="0"/>
              <a:t>1. A lefoglalt tárterület címének elvesztése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dirty="0"/>
              <a:t>	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int *p;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 int[10];</a:t>
            </a:r>
            <a:br>
              <a:rPr lang="hu-HU" sz="2400" b="1" dirty="0">
                <a:latin typeface="Courier New" pitchFamily="49" charset="0"/>
                <a:cs typeface="Courier New" pitchFamily="49" charset="0"/>
              </a:rPr>
            </a:br>
            <a:r>
              <a:rPr lang="hu-HU" sz="2400" b="1" dirty="0">
                <a:latin typeface="Courier New" pitchFamily="49" charset="0"/>
                <a:cs typeface="Courier New" pitchFamily="49" charset="0"/>
              </a:rPr>
              <a:t>	...</a:t>
            </a:r>
            <a:br>
              <a:rPr lang="hu-HU" sz="2400" b="1" dirty="0">
                <a:latin typeface="Courier New" pitchFamily="49" charset="0"/>
                <a:cs typeface="Courier New" pitchFamily="49" charset="0"/>
              </a:rPr>
            </a:br>
            <a:r>
              <a:rPr lang="hu-HU" sz="2400" b="1" dirty="0">
                <a:latin typeface="Courier New" pitchFamily="49" charset="0"/>
                <a:cs typeface="Courier New" pitchFamily="49" charset="0"/>
              </a:rPr>
              <a:t>	p=</a:t>
            </a:r>
            <a:r>
              <a:rPr lang="hu-HU" sz="2400" b="1" dirty="0" err="1">
                <a:latin typeface="Courier New" pitchFamily="49" charset="0"/>
                <a:cs typeface="Courier New" pitchFamily="49" charset="0"/>
              </a:rPr>
              <a:t>new</a:t>
            </a:r>
            <a:r>
              <a:rPr lang="hu-HU" sz="2400" b="1" dirty="0">
                <a:latin typeface="Courier New" pitchFamily="49" charset="0"/>
                <a:cs typeface="Courier New" pitchFamily="49" charset="0"/>
              </a:rPr>
              <a:t> int[30];</a:t>
            </a:r>
          </a:p>
          <a:p>
            <a:pPr marL="363538" indent="0">
              <a:spcBef>
                <a:spcPts val="0"/>
              </a:spcBef>
              <a:buNone/>
            </a:pPr>
            <a:r>
              <a:rPr lang="hu-HU" sz="2400" dirty="0"/>
              <a:t>Körültekintően kell eljárni, ha</a:t>
            </a:r>
          </a:p>
          <a:p>
            <a:pPr lvl="1">
              <a:spcBef>
                <a:spcPts val="0"/>
              </a:spcBef>
            </a:pPr>
            <a:r>
              <a:rPr lang="hu-HU" dirty="0"/>
              <a:t>a ciklus magjában dinamikus memóriafoglalás van</a:t>
            </a:r>
          </a:p>
          <a:p>
            <a:pPr lvl="1">
              <a:spcBef>
                <a:spcPts val="0"/>
              </a:spcBef>
            </a:pPr>
            <a:r>
              <a:rPr lang="hu-HU" dirty="0"/>
              <a:t>függvényblokkon belül dinamikus tárfoglalás van</a:t>
            </a:r>
          </a:p>
          <a:p>
            <a:r>
              <a:rPr lang="hu-HU" dirty="0"/>
              <a:t>2. A dinamikusan hozzáférhető szabad tárterület általában nem összefüggő (ábra)</a:t>
            </a:r>
          </a:p>
          <a:p>
            <a:pPr lvl="1"/>
            <a:r>
              <a:rPr lang="hu-HU" dirty="0"/>
              <a:t>Tárfoglalás ellenőrzése: </a:t>
            </a:r>
            <a:r>
              <a:rPr lang="hu-HU" b="1" dirty="0" err="1">
                <a:latin typeface="Courier New" pitchFamily="49" charset="0"/>
                <a:ea typeface="+mn-ea"/>
                <a:cs typeface="Courier New" pitchFamily="49" charset="0"/>
              </a:rPr>
              <a:t>if</a:t>
            </a:r>
            <a:r>
              <a:rPr lang="hu-HU" b="1" dirty="0">
                <a:latin typeface="Courier New" pitchFamily="49" charset="0"/>
                <a:ea typeface="+mn-ea"/>
                <a:cs typeface="Courier New" pitchFamily="49" charset="0"/>
              </a:rPr>
              <a:t>(p==NULL){…}</a:t>
            </a:r>
            <a:r>
              <a:rPr lang="hu-HU" dirty="0"/>
              <a:t> </a:t>
            </a:r>
            <a:br>
              <a:rPr lang="hu-HU" dirty="0"/>
            </a:br>
            <a:endParaRPr lang="hu-HU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25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6" name="Tartalom helye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2855643" y="260651"/>
            <a:ext cx="6677299" cy="5741857"/>
          </a:xfrm>
          <a:scene3d>
            <a:camera prst="orthographicFront">
              <a:rot lat="0" lon="0" rev="21510000"/>
            </a:camera>
            <a:lightRig rig="threePt" dir="t"/>
          </a:scene3d>
        </p:spPr>
      </p:pic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34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7698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sv-SE" sz="2400" dirty="0"/>
              <a:t>A standard könyvtár </a:t>
            </a:r>
            <a:r>
              <a:rPr lang="sv-SE" sz="2400" dirty="0">
                <a:latin typeface="Consolas" panose="020B0609020204030204" pitchFamily="49" charset="0"/>
                <a:cs typeface="Consolas" panose="020B0609020204030204" pitchFamily="49" charset="0"/>
              </a:rPr>
              <a:t>vector&lt;&gt; </a:t>
            </a:r>
            <a:r>
              <a:rPr lang="sv-SE" sz="2400" dirty="0"/>
              <a:t>osztályá</a:t>
            </a:r>
            <a:r>
              <a:rPr lang="hu-HU" sz="2400" dirty="0" err="1"/>
              <a:t>nak</a:t>
            </a:r>
            <a:r>
              <a:rPr lang="hu-HU" sz="2400" dirty="0"/>
              <a:t> használata </a:t>
            </a:r>
            <a:br>
              <a:rPr lang="hu-HU" sz="2400" dirty="0"/>
            </a:br>
            <a:r>
              <a:rPr lang="hu-HU" sz="2400" dirty="0"/>
              <a:t>Példa: </a:t>
            </a:r>
            <a:r>
              <a:rPr lang="hu-HU" sz="2400" i="1" dirty="0"/>
              <a:t>vektor5.cpp (vektor6.cpp)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000000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000000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hu-HU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7" name="Téglalap 6"/>
          <p:cNvSpPr/>
          <p:nvPr/>
        </p:nvSpPr>
        <p:spPr>
          <a:xfrm>
            <a:off x="1980088" y="1143001"/>
            <a:ext cx="476398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000"/>
                </a:solidFill>
                <a:latin typeface="Consolas" panose="020B0609020204030204" pitchFamily="49" charset="0"/>
              </a:rPr>
              <a:t>/* vektor5.cpp*/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iostream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808080"/>
                </a:solidFill>
                <a:latin typeface="Consolas" panose="020B0609020204030204" pitchFamily="49" charset="0"/>
              </a:rPr>
              <a:t>#</a:t>
            </a:r>
            <a:r>
              <a:rPr lang="hu-HU" dirty="0" err="1">
                <a:solidFill>
                  <a:srgbClr val="808080"/>
                </a:solidFill>
                <a:latin typeface="Consolas" panose="020B0609020204030204" pitchFamily="49" charset="0"/>
              </a:rPr>
              <a:t>include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vector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hu-H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std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main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8B8B"/>
                </a:solidFill>
                <a:latin typeface="Consolas" panose="020B0609020204030204" pitchFamily="49" charset="0"/>
              </a:rPr>
              <a:t>vector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&gt;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vi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(cin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&gt;&gt;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i)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vi.push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_back(i);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j=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vi.size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()-1; j&gt;=0;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--j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</a:rPr>
              <a:t>vi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[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j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]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  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483D8B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483D8B"/>
                </a:solidFill>
                <a:latin typeface="Consolas" panose="020B0609020204030204" pitchFamily="49" charset="0"/>
              </a:rPr>
              <a:t>system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 err="1">
                <a:solidFill>
                  <a:srgbClr val="A31515"/>
                </a:solidFill>
                <a:latin typeface="Consolas" panose="020B0609020204030204" pitchFamily="49" charset="0"/>
              </a:rPr>
              <a:t>pause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499" y="1268760"/>
            <a:ext cx="1676400" cy="2819400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136" y="801589"/>
            <a:ext cx="2838450" cy="5419725"/>
          </a:xfrm>
          <a:prstGeom prst="rect">
            <a:avLst/>
          </a:prstGeom>
        </p:spPr>
      </p:pic>
      <p:sp>
        <p:nvSpPr>
          <p:cNvPr id="12" name="Téglalap 11"/>
          <p:cNvSpPr/>
          <p:nvPr/>
        </p:nvSpPr>
        <p:spPr>
          <a:xfrm>
            <a:off x="1980088" y="6354564"/>
            <a:ext cx="82307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"size: "</a:t>
            </a:r>
            <a:r>
              <a:rPr lang="en-US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vi.size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capacity: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vi.capacity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008B8B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483D8B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hu-HU" dirty="0">
              <a:solidFill>
                <a:prstClr val="black"/>
              </a:solidFill>
              <a:latin typeface="Arial" charset="0"/>
            </a:endParaRPr>
          </a:p>
        </p:txBody>
      </p:sp>
      <p:cxnSp>
        <p:nvCxnSpPr>
          <p:cNvPr id="14" name="Görbe összekötő 13"/>
          <p:cNvCxnSpPr>
            <a:stCxn id="12" idx="1"/>
          </p:cNvCxnSpPr>
          <p:nvPr/>
        </p:nvCxnSpPr>
        <p:spPr>
          <a:xfrm rot="10800000" flipH="1">
            <a:off x="1980088" y="3918276"/>
            <a:ext cx="731537" cy="2620954"/>
          </a:xfrm>
          <a:prstGeom prst="curvedConnector4">
            <a:avLst>
              <a:gd name="adj1" fmla="val -31249"/>
              <a:gd name="adj2" fmla="val 995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örbe összekötő 25"/>
          <p:cNvCxnSpPr/>
          <p:nvPr/>
        </p:nvCxnSpPr>
        <p:spPr>
          <a:xfrm rot="5400000" flipH="1" flipV="1">
            <a:off x="5973999" y="5150236"/>
            <a:ext cx="1430983" cy="1156865"/>
          </a:xfrm>
          <a:prstGeom prst="curvedConnector3">
            <a:avLst>
              <a:gd name="adj1" fmla="val 9963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2732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C8C89-408A-FBC5-8949-AF28CFDB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768421E4-66A0-3809-1FDF-13FAD56AE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514808"/>
            <a:ext cx="6006272" cy="2852737"/>
          </a:xfrm>
        </p:spPr>
        <p:txBody>
          <a:bodyPr anchor="t">
            <a:noAutofit/>
          </a:bodyPr>
          <a:lstStyle/>
          <a:p>
            <a:r>
              <a:rPr lang="hu-HU" sz="4400" dirty="0"/>
              <a:t>Függvények a C++ programozási nyelvben. </a:t>
            </a:r>
            <a:endParaRPr lang="hu-HU" sz="1800" dirty="0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FC823467-1E40-B97A-56C3-A2ADDE3970CD}"/>
              </a:ext>
            </a:extLst>
          </p:cNvPr>
          <p:cNvSpPr/>
          <p:nvPr/>
        </p:nvSpPr>
        <p:spPr>
          <a:xfrm>
            <a:off x="6649278" y="0"/>
            <a:ext cx="5542722" cy="6858000"/>
          </a:xfrm>
          <a:prstGeom prst="rect">
            <a:avLst/>
          </a:prstGeom>
          <a:solidFill>
            <a:srgbClr val="F19E42"/>
          </a:solidFill>
          <a:ln>
            <a:solidFill>
              <a:srgbClr val="F19E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u-H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 Paneuropean Thin"/>
              <a:ea typeface="+mn-ea"/>
              <a:cs typeface="+mn-cs"/>
            </a:endParaRP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8D81F71-95EF-FB14-8D9C-C95C1D41C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014621"/>
            <a:ext cx="5817428" cy="1500187"/>
          </a:xfrm>
        </p:spPr>
        <p:txBody>
          <a:bodyPr>
            <a:normAutofit/>
          </a:bodyPr>
          <a:lstStyle/>
          <a:p>
            <a:r>
              <a:rPr lang="hu-HU" sz="8000" b="1" dirty="0"/>
              <a:t>04</a:t>
            </a:r>
          </a:p>
        </p:txBody>
      </p:sp>
      <p:pic>
        <p:nvPicPr>
          <p:cNvPr id="3" name="Kép 2" descr="A képen szöveg, Betűtípus, embléma, Grafika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DDFF7388-A7F3-C7D4-30D7-1F6E856B7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95" y="6181667"/>
            <a:ext cx="1745793" cy="551116"/>
          </a:xfrm>
          <a:prstGeom prst="rect">
            <a:avLst/>
          </a:prstGeom>
          <a:ln w="19050">
            <a:noFill/>
          </a:ln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6341379C-B1A0-1108-1655-6FC7322AE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9319" y="130579"/>
            <a:ext cx="2469264" cy="55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780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2053208" y="34767"/>
            <a:ext cx="8229600" cy="1139825"/>
          </a:xfrm>
        </p:spPr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Függvények 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37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7" name="Tartalom helye 2"/>
          <p:cNvSpPr txBox="1">
            <a:spLocks/>
          </p:cNvSpPr>
          <p:nvPr/>
        </p:nvSpPr>
        <p:spPr bwMode="auto">
          <a:xfrm>
            <a:off x="498763" y="1174592"/>
            <a:ext cx="10785763" cy="4984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p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p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defTabSz="914400">
              <a:spcBef>
                <a:spcPts val="0"/>
              </a:spcBef>
              <a:buClr>
                <a:srgbClr val="FFC000"/>
              </a:buClr>
            </a:pPr>
            <a:r>
              <a:rPr lang="hu-HU" dirty="0">
                <a:solidFill>
                  <a:prstClr val="black"/>
                </a:solidFill>
                <a:latin typeface="Cambria"/>
              </a:rPr>
              <a:t>Strukturált programozás</a:t>
            </a:r>
          </a:p>
          <a:p>
            <a:pPr marL="0" indent="0" defTabSz="914400">
              <a:spcBef>
                <a:spcPts val="0"/>
              </a:spcBef>
              <a:buClr>
                <a:srgbClr val="FFF39D"/>
              </a:buClr>
              <a:buNone/>
            </a:pPr>
            <a:r>
              <a:rPr lang="hu-HU" sz="2000" dirty="0">
                <a:solidFill>
                  <a:prstClr val="black"/>
                </a:solidFill>
                <a:latin typeface="Cambria"/>
              </a:rPr>
              <a:t>részfeladatokra bontás függvényekkel megoldva</a:t>
            </a:r>
          </a:p>
          <a:p>
            <a:pPr indent="-166688" defTabSz="914400">
              <a:spcBef>
                <a:spcPts val="0"/>
              </a:spcBef>
              <a:buClr>
                <a:srgbClr val="FFC000"/>
              </a:buClr>
              <a:buFont typeface="Wingdings" panose="05000000000000000000" pitchFamily="2" charset="2"/>
              <a:buChar char="§"/>
            </a:pPr>
            <a:r>
              <a:rPr lang="hu-HU" sz="2000" dirty="0">
                <a:solidFill>
                  <a:prstClr val="black"/>
                </a:solidFill>
                <a:latin typeface="Cambria"/>
              </a:rPr>
              <a:t>előnye:</a:t>
            </a:r>
          </a:p>
          <a:p>
            <a:pPr lvl="1" defTabSz="914400">
              <a:spcBef>
                <a:spcPts val="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prstClr val="black"/>
                </a:solidFill>
                <a:latin typeface="Cambria"/>
              </a:rPr>
              <a:t>mások által megírt függvényeket is használhatunk</a:t>
            </a:r>
          </a:p>
          <a:p>
            <a:pPr lvl="1" defTabSz="914400">
              <a:spcBef>
                <a:spcPts val="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prstClr val="black"/>
                </a:solidFill>
                <a:latin typeface="Cambria"/>
              </a:rPr>
              <a:t>a fordító nem tud tetszőleges mérettel dolgozni </a:t>
            </a:r>
          </a:p>
          <a:p>
            <a:pPr lvl="1" defTabSz="914400">
              <a:spcBef>
                <a:spcPts val="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hu-HU" sz="1600" dirty="0">
                <a:solidFill>
                  <a:prstClr val="black"/>
                </a:solidFill>
                <a:latin typeface="Cambria"/>
              </a:rPr>
              <a:t>csoportmunka lehetővé válik.</a:t>
            </a:r>
          </a:p>
          <a:p>
            <a:pPr defTabSz="914400">
              <a:spcBef>
                <a:spcPts val="0"/>
              </a:spcBef>
              <a:buClr>
                <a:srgbClr val="FFC000"/>
              </a:buClr>
            </a:pPr>
            <a:r>
              <a:rPr lang="hu-HU" dirty="0">
                <a:solidFill>
                  <a:prstClr val="black"/>
                </a:solidFill>
                <a:latin typeface="Cambria"/>
              </a:rPr>
              <a:t>Kétféle programozási módszerrel valósítható meg:</a:t>
            </a:r>
          </a:p>
          <a:p>
            <a:pPr marL="539750" lvl="2"/>
            <a:r>
              <a:rPr lang="hu-HU" dirty="0"/>
              <a:t>1. </a:t>
            </a:r>
            <a:r>
              <a:rPr lang="hu-HU" dirty="0" err="1"/>
              <a:t>felülről</a:t>
            </a:r>
            <a:r>
              <a:rPr lang="hu-HU" dirty="0"/>
              <a:t>-lefelé építkezés: </a:t>
            </a:r>
            <a:r>
              <a:rPr lang="hu-HU" dirty="0">
                <a:solidFill>
                  <a:prstClr val="black"/>
                </a:solidFill>
              </a:rPr>
              <a:t>a részfeladatok kidolgozása a </a:t>
            </a:r>
            <a:r>
              <a:rPr lang="hu-HU" dirty="0" err="1">
                <a:solidFill>
                  <a:prstClr val="black"/>
                </a:solidFill>
              </a:rPr>
              <a:t>főfv</a:t>
            </a:r>
            <a:r>
              <a:rPr lang="hu-HU" dirty="0">
                <a:solidFill>
                  <a:prstClr val="black"/>
                </a:solidFill>
              </a:rPr>
              <a:t>. után </a:t>
            </a:r>
            <a:endParaRPr lang="hu-HU" dirty="0"/>
          </a:p>
          <a:p>
            <a:pPr marL="311150" lvl="3" indent="0">
              <a:buNone/>
            </a:pPr>
            <a:r>
              <a:rPr lang="hu-HU" dirty="0"/>
              <a:t>		Deklaráció(k)  =&gt; Fő függvény =&gt; </a:t>
            </a:r>
            <a:r>
              <a:rPr lang="hu-HU" dirty="0" err="1"/>
              <a:t>Függvénydekiníió</a:t>
            </a:r>
            <a:r>
              <a:rPr lang="hu-HU" dirty="0"/>
              <a:t>(k)</a:t>
            </a:r>
          </a:p>
          <a:p>
            <a:pPr marL="539750" lvl="2"/>
            <a:r>
              <a:rPr lang="hu-HU" dirty="0">
                <a:solidFill>
                  <a:prstClr val="black"/>
                </a:solidFill>
              </a:rPr>
              <a:t>2. alulról felfelé építkezés: előbb van a részfeladatok kidolgozása</a:t>
            </a:r>
          </a:p>
          <a:p>
            <a:pPr marL="311150" lvl="3" indent="0">
              <a:buNone/>
            </a:pPr>
            <a:r>
              <a:rPr lang="hu-HU" dirty="0">
                <a:solidFill>
                  <a:prstClr val="black"/>
                </a:solidFill>
              </a:rPr>
              <a:t>		Rész függvény(</a:t>
            </a:r>
            <a:r>
              <a:rPr lang="hu-HU" dirty="0" err="1">
                <a:solidFill>
                  <a:prstClr val="black"/>
                </a:solidFill>
              </a:rPr>
              <a:t>ek</a:t>
            </a:r>
            <a:r>
              <a:rPr lang="hu-HU" dirty="0">
                <a:solidFill>
                  <a:prstClr val="black"/>
                </a:solidFill>
              </a:rPr>
              <a:t>) =&gt; Fő függvény </a:t>
            </a:r>
          </a:p>
          <a:p>
            <a:pPr marL="311150" lvl="3" indent="0">
              <a:buNone/>
            </a:pPr>
            <a:endParaRPr lang="hu-HU" sz="2000" dirty="0">
              <a:solidFill>
                <a:prstClr val="black"/>
              </a:solidFill>
              <a:latin typeface="Cambria"/>
            </a:endParaRPr>
          </a:p>
          <a:p>
            <a:pPr marL="0" indent="0" defTabSz="914400">
              <a:spcBef>
                <a:spcPts val="0"/>
              </a:spcBef>
              <a:buClr>
                <a:srgbClr val="FFF39D"/>
              </a:buClr>
              <a:buNone/>
            </a:pPr>
            <a:r>
              <a:rPr lang="hu-HU" sz="2000" dirty="0">
                <a:solidFill>
                  <a:prstClr val="black"/>
                </a:solidFill>
                <a:latin typeface="Cambria"/>
              </a:rPr>
              <a:t>- kis programok esetén nincs különbség</a:t>
            </a:r>
          </a:p>
          <a:p>
            <a:pPr marL="176213" indent="-176213" defTabSz="914400">
              <a:spcBef>
                <a:spcPts val="0"/>
              </a:spcBef>
              <a:buClr>
                <a:srgbClr val="FFF39D"/>
              </a:buClr>
              <a:buNone/>
            </a:pPr>
            <a:r>
              <a:rPr lang="hu-HU" sz="2000" dirty="0">
                <a:solidFill>
                  <a:prstClr val="black"/>
                </a:solidFill>
                <a:latin typeface="Cambria"/>
              </a:rPr>
              <a:t>- több állományból álló programok esetén </a:t>
            </a:r>
            <a:br>
              <a:rPr lang="hu-HU" sz="2000" dirty="0">
                <a:solidFill>
                  <a:prstClr val="black"/>
                </a:solidFill>
                <a:latin typeface="Cambria"/>
              </a:rPr>
            </a:br>
            <a:r>
              <a:rPr lang="hu-HU" sz="2000" dirty="0">
                <a:solidFill>
                  <a:prstClr val="black"/>
                </a:solidFill>
                <a:latin typeface="Cambria"/>
              </a:rPr>
              <a:t>célszerűbb a felülről-lefelé módszert alkalmazni.</a:t>
            </a:r>
            <a:endParaRPr lang="hu-HU" dirty="0">
              <a:solidFill>
                <a:prstClr val="black"/>
              </a:solidFill>
              <a:latin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91516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4DE91-CB53-4C3B-E516-5C08A435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6C8A3BC6-EF31-E706-5619-9F0604663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Függvények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3E7CB51-8E7C-DF89-3FD3-37C47D968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függvény  a program névvel ellátott egysége (alprogram), amely a program más részéből meghívható, tetszőlegesen ahányszor csak szükség van rá.</a:t>
            </a:r>
          </a:p>
          <a:p>
            <a:pPr eaLnBrk="1" hangingPunct="1">
              <a:lnSpc>
                <a:spcPct val="90000"/>
              </a:lnSpc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program  sok, lehetőleg kis méretű, könnyen áttekinthető függvényből épül fel.</a:t>
            </a:r>
          </a:p>
          <a:p>
            <a:pPr eaLnBrk="1" hangingPunct="1">
              <a:lnSpc>
                <a:spcPct val="90000"/>
              </a:lnSpc>
            </a:pPr>
            <a:r>
              <a:rPr lang="hu-HU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gyakran használt függvényekből könyvtárakat szerkeszthetünk.</a:t>
            </a:r>
          </a:p>
        </p:txBody>
      </p:sp>
      <p:sp>
        <p:nvSpPr>
          <p:cNvPr id="2" name="Dátum helye 1">
            <a:extLst>
              <a:ext uri="{FF2B5EF4-FFF2-40B4-BE49-F238E27FC236}">
                <a16:creationId xmlns:a16="http://schemas.microsoft.com/office/drawing/2014/main" id="{704B1B49-EF70-D7C2-6075-972A049D8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400" b="0" i="0" u="none" strike="noStrike" kern="1200" cap="none" spc="0" normalizeH="0" baseline="0" noProof="0">
                <a:ln>
                  <a:noFill/>
                </a:ln>
                <a:solidFill>
                  <a:srgbClr val="575F6D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Programozás I. járműmérnöki szak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75F6D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F43EBB2C-691B-1629-C38D-C50A3DDE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13E31D-E2AB-40D1-8B51-AFA5AFEF393A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575F6D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575F6D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55878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117-10EF-4ED1-6DA3-B4B44877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983E162-47DD-7321-4F24-CD3A71198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Mi az a függvény (nem matek, programozás!)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CE54C64-61AB-AF73-3503-6FB7830DC4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függvény egy önálló programrész, amely akkor indul el, amikor a függvény meghívják</a:t>
            </a:r>
          </a:p>
          <a:p>
            <a:pPr eaLnBrk="1" hangingPunct="1">
              <a:lnSpc>
                <a:spcPct val="80000"/>
              </a:lnSpc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függvény meghívása azt jelenti, hogy leírjuk a nevét a paramétereivel együtt, mint egy utasítást.</a:t>
            </a:r>
          </a:p>
          <a:p>
            <a:pPr eaLnBrk="1" hangingPunct="1">
              <a:lnSpc>
                <a:spcPct val="80000"/>
              </a:lnSpc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függvényhívás során a vezérlés a hívó függvénytől átkerül az aktivizált függvényhez. Az argumentumok (ha vannak) szintén átadódnak a meghívott függvényhez.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pl.: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x=9.0 , y;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y = 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x ) 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Amikor az ”y = 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(x);” utasításra a program ráfut, akkor elindul az 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függvény programja.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Az y=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(x); sor végrehajtása leáll, amíg az </a:t>
            </a:r>
            <a:r>
              <a:rPr lang="hu-HU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sqrt</a:t>
            </a:r>
            <a:r>
              <a:rPr lang="hu-HU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függvény programja fut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hu-HU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Dia számának helye 5">
            <a:extLst>
              <a:ext uri="{FF2B5EF4-FFF2-40B4-BE49-F238E27FC236}">
                <a16:creationId xmlns:a16="http://schemas.microsoft.com/office/drawing/2014/main" id="{05F577FE-299C-AF37-5FF2-E893EA89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9BE11CE-BD68-49B2-9D51-6D75F0076E47}" type="slidenum">
              <a:rPr kumimoji="0" lang="hu-HU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hu-HU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2293" name="Group 8">
            <a:extLst>
              <a:ext uri="{FF2B5EF4-FFF2-40B4-BE49-F238E27FC236}">
                <a16:creationId xmlns:a16="http://schemas.microsoft.com/office/drawing/2014/main" id="{D2086987-2A00-3C24-3E78-578CDEA93B9F}"/>
              </a:ext>
            </a:extLst>
          </p:cNvPr>
          <p:cNvGrpSpPr>
            <a:grpSpLocks/>
          </p:cNvGrpSpPr>
          <p:nvPr/>
        </p:nvGrpSpPr>
        <p:grpSpPr bwMode="auto">
          <a:xfrm>
            <a:off x="1158267" y="3296305"/>
            <a:ext cx="3600450" cy="1169987"/>
            <a:chOff x="385" y="1933"/>
            <a:chExt cx="2268" cy="737"/>
          </a:xfrm>
        </p:grpSpPr>
        <p:sp>
          <p:nvSpPr>
            <p:cNvPr id="12294" name="Line 4">
              <a:extLst>
                <a:ext uri="{FF2B5EF4-FFF2-40B4-BE49-F238E27FC236}">
                  <a16:creationId xmlns:a16="http://schemas.microsoft.com/office/drawing/2014/main" id="{2B191D8A-A14F-A84A-20CB-6C1418804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84" y="1979"/>
              <a:ext cx="182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295" name="Text Box 5">
              <a:extLst>
                <a:ext uri="{FF2B5EF4-FFF2-40B4-BE49-F238E27FC236}">
                  <a16:creationId xmlns:a16="http://schemas.microsoft.com/office/drawing/2014/main" id="{04EC4512-BBA5-14BE-C0B4-2B4AFF90D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2478"/>
              <a:ext cx="104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u-HU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 függvény neve</a:t>
              </a:r>
            </a:p>
          </p:txBody>
        </p:sp>
        <p:sp>
          <p:nvSpPr>
            <p:cNvPr id="12296" name="Line 6">
              <a:extLst>
                <a:ext uri="{FF2B5EF4-FFF2-40B4-BE49-F238E27FC236}">
                  <a16:creationId xmlns:a16="http://schemas.microsoft.com/office/drawing/2014/main" id="{5868410E-99C0-214C-351E-E7EB9B9F6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3" y="1933"/>
              <a:ext cx="9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hu-H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endParaRPr>
            </a:p>
          </p:txBody>
        </p:sp>
        <p:sp>
          <p:nvSpPr>
            <p:cNvPr id="12297" name="Text Box 7">
              <a:extLst>
                <a:ext uri="{FF2B5EF4-FFF2-40B4-BE49-F238E27FC236}">
                  <a16:creationId xmlns:a16="http://schemas.microsoft.com/office/drawing/2014/main" id="{94877313-8DCC-7522-F245-4932DCA66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2160"/>
              <a:ext cx="1497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hu-HU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A függvény paramétere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0323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D542-7CE0-3050-A05D-AC1A8E6DA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45935-5D90-49E4-189E-8954FE931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178" y="0"/>
            <a:ext cx="10515600" cy="804647"/>
          </a:xfrm>
        </p:spPr>
        <p:txBody>
          <a:bodyPr>
            <a:normAutofit/>
          </a:bodyPr>
          <a:lstStyle/>
          <a:p>
            <a:r>
              <a:rPr lang="hu-HU" sz="4000" dirty="0"/>
              <a:t>Függvények példa (</a:t>
            </a:r>
            <a:r>
              <a:rPr lang="hu-HU" sz="4000" dirty="0" err="1"/>
              <a:t>felülről</a:t>
            </a:r>
            <a:r>
              <a:rPr lang="hu-HU" sz="4000" dirty="0"/>
              <a:t> lefelé)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8A8AC3-3212-7C60-CFCB-1F695860C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48" y="939957"/>
            <a:ext cx="12043718" cy="5699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kob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x);				</a:t>
            </a:r>
            <a:r>
              <a:rPr lang="hu-HU" sz="2400" dirty="0">
                <a:solidFill>
                  <a:srgbClr val="008000"/>
                </a:solidFill>
                <a:latin typeface="Consolas" panose="020B0609020204030204" pitchFamily="49" charset="0"/>
              </a:rPr>
              <a:t>//deklaráció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main()					</a:t>
            </a:r>
            <a:r>
              <a:rPr lang="hu-HU" sz="2400" dirty="0">
                <a:solidFill>
                  <a:srgbClr val="008000"/>
                </a:solidFill>
                <a:latin typeface="Consolas" panose="020B0609020204030204" pitchFamily="49" charset="0"/>
              </a:rPr>
              <a:t>//főfüggvény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szam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cout&lt;&lt;</a:t>
            </a:r>
            <a:r>
              <a:rPr lang="nn-NO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"adjon meg egy szamot !"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cin&gt;&gt;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szam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l-PL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cout &lt;&lt;</a:t>
            </a:r>
            <a:r>
              <a:rPr lang="pl-PL" sz="24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"\n a szam kobe "</a:t>
            </a:r>
            <a:r>
              <a:rPr lang="pl-PL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&lt;&lt;kob(szam);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0;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kob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 				</a:t>
            </a:r>
            <a:r>
              <a:rPr lang="hu-HU" sz="2400" dirty="0">
                <a:solidFill>
                  <a:srgbClr val="008000"/>
                </a:solidFill>
                <a:latin typeface="Consolas" panose="020B0609020204030204" pitchFamily="49" charset="0"/>
              </a:rPr>
              <a:t>//függvény definíció fejrésze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					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u-HU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hu-HU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hu-HU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hu-HU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hu-HU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	   </a:t>
            </a:r>
            <a:r>
              <a:rPr lang="hu-HU" sz="24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//függvény definíció  </a:t>
            </a: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hu-HU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						</a:t>
            </a:r>
            <a:endParaRPr lang="hu-HU" sz="2400" dirty="0"/>
          </a:p>
        </p:txBody>
      </p:sp>
      <p:sp>
        <p:nvSpPr>
          <p:cNvPr id="4" name="Jobb oldali kapcsos zárójel 3">
            <a:extLst>
              <a:ext uri="{FF2B5EF4-FFF2-40B4-BE49-F238E27FC236}">
                <a16:creationId xmlns:a16="http://schemas.microsoft.com/office/drawing/2014/main" id="{2F3A573C-D766-17CA-0797-D2EB47D9770D}"/>
              </a:ext>
            </a:extLst>
          </p:cNvPr>
          <p:cNvSpPr/>
          <p:nvPr/>
        </p:nvSpPr>
        <p:spPr>
          <a:xfrm>
            <a:off x="3855027" y="4925291"/>
            <a:ext cx="415637" cy="1517073"/>
          </a:xfrm>
          <a:prstGeom prst="rightBrace">
            <a:avLst>
              <a:gd name="adj1" fmla="val 8333"/>
              <a:gd name="adj2" fmla="val 58219"/>
            </a:avLst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58027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03512" y="152400"/>
            <a:ext cx="8928992" cy="990600"/>
          </a:xfrm>
        </p:spPr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Függvények deklarálása, definiálása és aktiválása 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41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7" name="Tartalom helye 5"/>
          <p:cNvSpPr>
            <a:spLocks noGrp="1"/>
          </p:cNvSpPr>
          <p:nvPr>
            <p:ph sz="quarter" idx="1"/>
          </p:nvPr>
        </p:nvSpPr>
        <p:spPr>
          <a:xfrm>
            <a:off x="1991544" y="1600203"/>
            <a:ext cx="8208912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Függvénydeklaráció</a:t>
            </a:r>
          </a:p>
          <a:p>
            <a:pPr lvl="1"/>
            <a:r>
              <a:rPr lang="hu-HU" dirty="0"/>
              <a:t>felülről-lefelé programozás és</a:t>
            </a:r>
          </a:p>
          <a:p>
            <a:pPr lvl="1"/>
            <a:r>
              <a:rPr lang="hu-HU" dirty="0"/>
              <a:t>több forrásprogramból álló program </a:t>
            </a:r>
          </a:p>
          <a:p>
            <a:pPr marL="457200" lvl="1" indent="0">
              <a:buNone/>
            </a:pPr>
            <a:r>
              <a:rPr lang="hu-HU" dirty="0"/>
              <a:t>esetén kötelező.</a:t>
            </a:r>
          </a:p>
          <a:p>
            <a:pPr lvl="1"/>
            <a:r>
              <a:rPr lang="hu-HU" dirty="0"/>
              <a:t>függvénydefiníciókon kívül helyezkedik el</a:t>
            </a: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hu-HU" sz="1000" dirty="0"/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r>
              <a:rPr lang="hu-HU" kern="1200" dirty="0">
                <a:ea typeface="+mn-ea"/>
                <a:cs typeface="+mn-cs"/>
              </a:rPr>
              <a:t>Függvénydeklaráció megadása</a:t>
            </a:r>
          </a:p>
          <a:p>
            <a:pPr marL="342900" lvl="1" indent="-342900">
              <a:buClr>
                <a:schemeClr val="bg2"/>
              </a:buClr>
              <a:buFont typeface="Wingdings" pitchFamily="2" charset="2"/>
              <a:buChar char="p"/>
            </a:pPr>
            <a:endParaRPr lang="hu-HU" sz="1000" dirty="0"/>
          </a:p>
          <a:p>
            <a:pPr>
              <a:buNone/>
            </a:pP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sz="2400" b="1" i="1" dirty="0" err="1">
                <a:latin typeface="Courier New" pitchFamily="49" charset="0"/>
                <a:cs typeface="Courier New" pitchFamily="49" charset="0"/>
              </a:rPr>
              <a:t>vé</a:t>
            </a: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_típusa </a:t>
            </a:r>
            <a:r>
              <a:rPr lang="hu-HU" sz="2400" b="1" i="1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Fv</a:t>
            </a:r>
            <a:r>
              <a:rPr lang="hu-HU" sz="2400" b="1" i="1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_azonosító</a:t>
            </a: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(paraméterlista);</a:t>
            </a:r>
          </a:p>
          <a:p>
            <a:pPr>
              <a:buNone/>
            </a:pPr>
            <a:endParaRPr lang="hu-HU" dirty="0"/>
          </a:p>
          <a:p>
            <a:pPr marL="0" indent="0">
              <a:buNone/>
            </a:pPr>
            <a:r>
              <a:rPr lang="hu-HU" sz="2400" b="1" i="1" dirty="0" err="1">
                <a:latin typeface="Courier New" pitchFamily="49" charset="0"/>
                <a:cs typeface="Courier New" pitchFamily="49" charset="0"/>
              </a:rPr>
              <a:t>vé</a:t>
            </a: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: visszatérési érték</a:t>
            </a:r>
            <a:endParaRPr lang="hu-HU" sz="2400" dirty="0"/>
          </a:p>
        </p:txBody>
      </p:sp>
    </p:spTree>
    <p:extLst>
      <p:ext uri="{BB962C8B-B14F-4D97-AF65-F5344CB8AC3E}">
        <p14:creationId xmlns:p14="http://schemas.microsoft.com/office/powerpoint/2010/main" val="156775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Példák függvénydeklaráció megadására: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42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1775520" y="1484787"/>
            <a:ext cx="8892480" cy="4646141"/>
          </a:xfrm>
        </p:spPr>
        <p:txBody>
          <a:bodyPr>
            <a:normAutofit/>
          </a:bodyPr>
          <a:lstStyle/>
          <a:p>
            <a:r>
              <a:rPr lang="hu-HU" sz="2400" dirty="0"/>
              <a:t>1. int visszatérési értékkel bíró, </a:t>
            </a:r>
            <a:r>
              <a:rPr lang="hu-HU" sz="2400" dirty="0" err="1"/>
              <a:t>Szamol</a:t>
            </a:r>
            <a:r>
              <a:rPr lang="hu-HU" sz="2400" dirty="0"/>
              <a:t> nevű </a:t>
            </a:r>
            <a:r>
              <a:rPr lang="hu-HU" sz="2400" dirty="0" err="1"/>
              <a:t>fv</a:t>
            </a:r>
            <a:r>
              <a:rPr lang="hu-HU" sz="2400" dirty="0"/>
              <a:t>, mely két </a:t>
            </a:r>
            <a:r>
              <a:rPr lang="hu-HU" sz="2400" dirty="0" err="1"/>
              <a:t>double</a:t>
            </a:r>
            <a:r>
              <a:rPr lang="hu-HU" sz="2400" dirty="0"/>
              <a:t> típusú számot vesz át paraméterként</a:t>
            </a:r>
          </a:p>
          <a:p>
            <a:pPr lvl="1"/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hu-HU" sz="2200" dirty="0"/>
              <a:t>	</a:t>
            </a:r>
          </a:p>
          <a:p>
            <a:pPr lvl="1"/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y);</a:t>
            </a:r>
            <a:r>
              <a:rPr lang="hu-HU" sz="2200" dirty="0"/>
              <a:t>	//így is helyes</a:t>
            </a:r>
          </a:p>
          <a:p>
            <a:pPr lvl="1"/>
            <a:r>
              <a:rPr lang="hu-HU" sz="2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x, y);</a:t>
            </a:r>
            <a:r>
              <a:rPr lang="hu-HU" sz="2200" dirty="0">
                <a:solidFill>
                  <a:srgbClr val="C00000"/>
                </a:solidFill>
              </a:rPr>
              <a:t>	</a:t>
            </a:r>
            <a:r>
              <a:rPr lang="hu-HU" sz="2200" dirty="0"/>
              <a:t> 	//így nem helyes!</a:t>
            </a:r>
          </a:p>
          <a:p>
            <a:pPr>
              <a:tabLst>
                <a:tab pos="812800" algn="l"/>
              </a:tabLst>
            </a:pPr>
            <a:r>
              <a:rPr lang="hu-HU" sz="2200" dirty="0"/>
              <a:t>2. 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Kiir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(int);</a:t>
            </a:r>
            <a:r>
              <a:rPr lang="hu-HU" sz="2200" dirty="0"/>
              <a:t>	//nincs visszatérési érték</a:t>
            </a:r>
          </a:p>
          <a:p>
            <a:pPr marL="0" indent="0">
              <a:buNone/>
              <a:tabLst>
                <a:tab pos="812800" algn="l"/>
                <a:tab pos="2598738" algn="l"/>
              </a:tabLst>
            </a:pPr>
            <a:r>
              <a:rPr lang="hu-HU" sz="2200" dirty="0"/>
              <a:t>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Kiir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(int);	</a:t>
            </a:r>
            <a:r>
              <a:rPr lang="hu-HU" sz="2200" dirty="0"/>
              <a:t>//ez nem ugyanaz, mert visszatérési értéke </a:t>
            </a:r>
          </a:p>
          <a:p>
            <a:pPr marL="0" indent="0">
              <a:buNone/>
              <a:tabLst>
                <a:tab pos="812800" algn="l"/>
                <a:tab pos="2336800" algn="l"/>
              </a:tabLst>
            </a:pPr>
            <a:r>
              <a:rPr lang="hu-HU" sz="2200" dirty="0"/>
              <a:t>		//C-ben int típusú, de szabványos C++</a:t>
            </a:r>
            <a:r>
              <a:rPr lang="hu-HU" sz="2200" dirty="0" err="1"/>
              <a:t>-ban</a:t>
            </a:r>
            <a:r>
              <a:rPr lang="hu-HU" sz="2200" dirty="0"/>
              <a:t> </a:t>
            </a:r>
            <a:r>
              <a:rPr lang="hu-HU" sz="2200" b="1" dirty="0"/>
              <a:t>HIBA</a:t>
            </a:r>
            <a:r>
              <a:rPr lang="hu-HU" sz="2200" dirty="0"/>
              <a:t>!</a:t>
            </a:r>
          </a:p>
          <a:p>
            <a:pPr>
              <a:tabLst>
                <a:tab pos="363538" algn="l"/>
                <a:tab pos="812800" algn="l"/>
              </a:tabLst>
            </a:pPr>
            <a:r>
              <a:rPr lang="hu-HU" sz="2200" dirty="0"/>
              <a:t>3. 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Beolvas(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);</a:t>
            </a:r>
            <a:r>
              <a:rPr lang="hu-HU" sz="2200" dirty="0"/>
              <a:t>	//A kettő ugyanaz nincs átvett </a:t>
            </a:r>
          </a:p>
          <a:p>
            <a:pPr marL="0" indent="0">
              <a:buNone/>
              <a:tabLst>
                <a:tab pos="812800" algn="l"/>
              </a:tabLst>
            </a:pPr>
            <a:r>
              <a:rPr lang="hu-HU" sz="2200" dirty="0"/>
              <a:t>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Beolvas(); 	</a:t>
            </a:r>
            <a:r>
              <a:rPr lang="hu-HU" sz="2200" dirty="0"/>
              <a:t>//paraméter</a:t>
            </a:r>
          </a:p>
          <a:p>
            <a:endParaRPr lang="hu-HU" sz="2200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76129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Függvénydefiníció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43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1981200" y="1556795"/>
            <a:ext cx="8229600" cy="4574133"/>
          </a:xfrm>
        </p:spPr>
        <p:txBody>
          <a:bodyPr>
            <a:normAutofit/>
          </a:bodyPr>
          <a:lstStyle/>
          <a:p>
            <a:pPr lvl="1"/>
            <a:r>
              <a:rPr lang="hu-HU" dirty="0"/>
              <a:t>minden esetben kötelező</a:t>
            </a:r>
          </a:p>
          <a:p>
            <a:pPr lvl="1"/>
            <a:r>
              <a:rPr lang="hu-HU" dirty="0"/>
              <a:t>a visszatérési értéket a </a:t>
            </a:r>
            <a:r>
              <a:rPr lang="hu-HU" dirty="0" err="1"/>
              <a:t>return</a:t>
            </a:r>
            <a:r>
              <a:rPr lang="hu-HU" dirty="0"/>
              <a:t> utasítással adjuk vissza a hívó függvénynek</a:t>
            </a:r>
          </a:p>
          <a:p>
            <a:pPr lvl="1"/>
            <a:r>
              <a:rPr lang="hu-HU" dirty="0"/>
              <a:t>függvénydefiníciókon kívül helyezkedik el</a:t>
            </a:r>
          </a:p>
          <a:p>
            <a:pPr marL="342900" lvl="1" indent="-342900">
              <a:spcBef>
                <a:spcPts val="1200"/>
              </a:spcBef>
              <a:spcAft>
                <a:spcPts val="1200"/>
              </a:spcAft>
              <a:buClr>
                <a:srgbClr val="ACCBF9"/>
              </a:buClr>
              <a:buFont typeface="Wingdings" pitchFamily="2" charset="2"/>
              <a:buChar char="p"/>
            </a:pPr>
            <a:r>
              <a:rPr lang="hu-HU" kern="1200" dirty="0">
                <a:solidFill>
                  <a:prstClr val="black"/>
                </a:solidFill>
                <a:ea typeface="+mn-ea"/>
                <a:cs typeface="+mn-cs"/>
              </a:rPr>
              <a:t>Függvénydefiníció megadása</a:t>
            </a:r>
            <a:r>
              <a:rPr lang="hu-HU" dirty="0"/>
              <a:t> </a:t>
            </a:r>
          </a:p>
          <a:p>
            <a:pPr>
              <a:spcBef>
                <a:spcPts val="0"/>
              </a:spcBef>
              <a:buNone/>
            </a:pP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vét </a:t>
            </a:r>
            <a:r>
              <a:rPr lang="hu-HU" sz="2400" b="1" i="1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Fv</a:t>
            </a:r>
            <a:r>
              <a:rPr lang="hu-HU" sz="2400" b="1" i="1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_azonosító</a:t>
            </a: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(paraméterek_típusa, neve)</a:t>
            </a:r>
          </a:p>
          <a:p>
            <a:pPr>
              <a:spcBef>
                <a:spcPts val="0"/>
              </a:spcBef>
              <a:buNone/>
            </a:pP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spcBef>
                <a:spcPts val="0"/>
              </a:spcBef>
              <a:buNone/>
            </a:pPr>
            <a:r>
              <a:rPr lang="hu-HU" b="1" i="1" kern="1200" dirty="0">
                <a:latin typeface="Courier New" pitchFamily="49" charset="0"/>
                <a:cs typeface="Courier New" pitchFamily="49" charset="0"/>
              </a:rPr>
              <a:t>utasítások; 		(ha vannak)</a:t>
            </a:r>
          </a:p>
          <a:p>
            <a:pPr lvl="1">
              <a:spcBef>
                <a:spcPts val="0"/>
              </a:spcBef>
              <a:buNone/>
            </a:pPr>
            <a:r>
              <a:rPr lang="hu-HU" b="1" i="1" kern="1200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hu-HU" b="1" i="1" kern="1200" dirty="0">
                <a:latin typeface="Courier New" pitchFamily="49" charset="0"/>
                <a:cs typeface="Courier New" pitchFamily="49" charset="0"/>
              </a:rPr>
              <a:t> utasítás; 	(ha van)</a:t>
            </a:r>
          </a:p>
          <a:p>
            <a:pPr>
              <a:spcBef>
                <a:spcPts val="0"/>
              </a:spcBef>
              <a:buNone/>
            </a:pP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4479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Példák függvénydefiníció megadására: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44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1775520" y="1673424"/>
            <a:ext cx="8496944" cy="4563888"/>
          </a:xfrm>
        </p:spPr>
        <p:txBody>
          <a:bodyPr>
            <a:normAutofit fontScale="92500"/>
          </a:bodyPr>
          <a:lstStyle/>
          <a:p>
            <a:pPr marL="363538" indent="-363538">
              <a:spcBef>
                <a:spcPts val="0"/>
              </a:spcBef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400" dirty="0" err="1"/>
              <a:t>Szamol</a:t>
            </a:r>
            <a:r>
              <a:rPr lang="hu-HU" sz="2400" dirty="0"/>
              <a:t> nevű </a:t>
            </a:r>
            <a:r>
              <a:rPr lang="hu-HU" sz="2400" dirty="0" err="1"/>
              <a:t>fv</a:t>
            </a:r>
            <a:r>
              <a:rPr lang="hu-HU" sz="2400" dirty="0"/>
              <a:t>, mely két </a:t>
            </a:r>
            <a:r>
              <a:rPr lang="hu-HU" sz="2400" dirty="0" err="1"/>
              <a:t>double</a:t>
            </a:r>
            <a:r>
              <a:rPr lang="hu-HU" sz="2400" dirty="0"/>
              <a:t> típusú számot vesz át paraméterként, és a szorzatukkal tér vissza.</a:t>
            </a:r>
          </a:p>
          <a:p>
            <a:pPr marL="900113" lvl="1" indent="-500063">
              <a:spcBef>
                <a:spcPts val="600"/>
              </a:spcBef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y)</a:t>
            </a:r>
            <a:br>
              <a:rPr lang="hu-HU" sz="2200" b="1" dirty="0">
                <a:latin typeface="Courier New" pitchFamily="49" charset="0"/>
                <a:cs typeface="Courier New" pitchFamily="49" charset="0"/>
              </a:rPr>
            </a:br>
            <a:r>
              <a:rPr lang="hu-HU" sz="2200" b="1" dirty="0">
                <a:latin typeface="Courier New" pitchFamily="49" charset="0"/>
                <a:cs typeface="Courier New" pitchFamily="49" charset="0"/>
              </a:rPr>
              <a:t>{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z; 	</a:t>
            </a:r>
          </a:p>
          <a:p>
            <a:pPr marL="900113" lvl="2" indent="0">
              <a:spcBef>
                <a:spcPts val="0"/>
              </a:spcBef>
              <a:buNone/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sz="2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z=x*y; 	</a:t>
            </a:r>
          </a:p>
          <a:p>
            <a:pPr marL="900113" lvl="2" indent="0">
              <a:spcBef>
                <a:spcPts val="0"/>
              </a:spcBef>
              <a:buNone/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hu-HU" sz="2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hu-HU" sz="2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z; } </a:t>
            </a:r>
          </a:p>
          <a:p>
            <a:pPr marL="900113" lvl="1" indent="-500063">
              <a:spcBef>
                <a:spcPts val="600"/>
              </a:spcBef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y</a:t>
            </a:r>
            <a:r>
              <a:rPr lang="hu-HU" sz="2200" dirty="0">
                <a:cs typeface="Courier New" pitchFamily="49" charset="0"/>
              </a:rPr>
              <a:t>)</a:t>
            </a:r>
          </a:p>
          <a:p>
            <a:pPr marL="900113" indent="0">
              <a:spcBef>
                <a:spcPts val="0"/>
              </a:spcBef>
              <a:buNone/>
              <a:tabLst>
                <a:tab pos="900113" algn="l"/>
                <a:tab pos="1436688" algn="l"/>
              </a:tabLst>
            </a:pPr>
            <a:r>
              <a:rPr lang="hu-HU" sz="2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	</a:t>
            </a:r>
            <a:r>
              <a:rPr lang="hu-HU" sz="22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z; 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hu-HU" sz="2200" dirty="0">
                <a:cs typeface="Courier New" pitchFamily="49" charset="0"/>
              </a:rPr>
              <a:t>//így figyelmeztetést kapunk, </a:t>
            </a:r>
          </a:p>
          <a:p>
            <a:pPr marL="900113" indent="0">
              <a:spcBef>
                <a:spcPts val="0"/>
              </a:spcBef>
              <a:buNone/>
              <a:tabLst>
                <a:tab pos="900113" algn="l"/>
                <a:tab pos="1436688" algn="l"/>
                <a:tab pos="4572000" algn="l"/>
              </a:tabLst>
            </a:pP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sz="22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z=x*y; }</a:t>
            </a:r>
            <a:r>
              <a:rPr lang="hu-HU" sz="2200" dirty="0">
                <a:cs typeface="Courier New" pitchFamily="49" charset="0"/>
              </a:rPr>
              <a:t>	//mert nincs visszatérési érték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900113" lvl="1" indent="-500063">
              <a:spcBef>
                <a:spcPts val="600"/>
              </a:spcBef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x, 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y) </a:t>
            </a:r>
            <a:br>
              <a:rPr lang="hu-HU" sz="2200" b="1" dirty="0">
                <a:latin typeface="Courier New" pitchFamily="49" charset="0"/>
                <a:cs typeface="Courier New" pitchFamily="49" charset="0"/>
              </a:rPr>
            </a:br>
            <a:r>
              <a:rPr lang="hu-HU" sz="2200" b="1" dirty="0">
                <a:latin typeface="Courier New" pitchFamily="49" charset="0"/>
                <a:cs typeface="Courier New" pitchFamily="49" charset="0"/>
              </a:rPr>
              <a:t>{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return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x*y; }		</a:t>
            </a:r>
            <a:r>
              <a:rPr lang="hu-HU" sz="2200" dirty="0">
                <a:cs typeface="Courier New" pitchFamily="49" charset="0"/>
              </a:rPr>
              <a:t>//így rövidebb </a:t>
            </a:r>
            <a:endParaRPr lang="hu-HU" sz="2200" b="1" dirty="0">
              <a:latin typeface="Courier New" pitchFamily="49" charset="0"/>
              <a:cs typeface="Courier New" pitchFamily="49" charset="0"/>
            </a:endParaRPr>
          </a:p>
          <a:p>
            <a:pPr marL="900113" lvl="1" indent="0">
              <a:spcBef>
                <a:spcPts val="0"/>
              </a:spcBef>
              <a:buClr>
                <a:schemeClr val="bg2"/>
              </a:buClr>
              <a:buNone/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</a:t>
            </a:r>
          </a:p>
          <a:p>
            <a:pPr marL="900113" lvl="1" indent="0">
              <a:spcBef>
                <a:spcPts val="0"/>
              </a:spcBef>
              <a:buClr>
                <a:schemeClr val="bg2"/>
              </a:buClr>
              <a:buNone/>
              <a:tabLst>
                <a:tab pos="900113" algn="l"/>
                <a:tab pos="1436688" algn="l"/>
                <a:tab pos="3200400" algn="l"/>
                <a:tab pos="3149600" algn="l"/>
                <a:tab pos="3314700" algn="l"/>
              </a:tabLst>
            </a:pPr>
            <a:r>
              <a:rPr lang="hu-HU" sz="2200" b="1" dirty="0">
                <a:latin typeface="Courier New" pitchFamily="49" charset="0"/>
                <a:cs typeface="Courier New" pitchFamily="49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9312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919536" y="12076"/>
            <a:ext cx="8640960" cy="1139825"/>
          </a:xfrm>
        </p:spPr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Függvény aktiválás (</a:t>
            </a:r>
            <a:r>
              <a:rPr lang="hu-HU" dirty="0" err="1"/>
              <a:t>fv</a:t>
            </a:r>
            <a:r>
              <a:rPr lang="hu-HU" dirty="0"/>
              <a:t>. hívás, </a:t>
            </a:r>
            <a:r>
              <a:rPr lang="hu-HU" dirty="0" err="1"/>
              <a:t>fv</a:t>
            </a:r>
            <a:r>
              <a:rPr lang="hu-HU" dirty="0"/>
              <a:t>. hivatkozás)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1981200" y="1556795"/>
            <a:ext cx="8229600" cy="4574133"/>
          </a:xfrm>
        </p:spPr>
        <p:txBody>
          <a:bodyPr/>
          <a:lstStyle/>
          <a:p>
            <a:pPr lvl="1"/>
            <a:r>
              <a:rPr lang="hu-HU" dirty="0"/>
              <a:t>csak deklaráció után alkalmazható</a:t>
            </a:r>
          </a:p>
          <a:p>
            <a:pPr lvl="1">
              <a:tabLst>
                <a:tab pos="2235200" algn="l"/>
              </a:tabLst>
            </a:pPr>
            <a:r>
              <a:rPr lang="hu-HU" dirty="0"/>
              <a:t>lehet	- főfüggvényben</a:t>
            </a:r>
          </a:p>
          <a:p>
            <a:pPr marL="457200" lvl="1" indent="0">
              <a:buNone/>
              <a:tabLst>
                <a:tab pos="2235200" algn="l"/>
              </a:tabLst>
            </a:pPr>
            <a:r>
              <a:rPr lang="hu-HU" dirty="0"/>
              <a:t>	- másik függvényben</a:t>
            </a:r>
          </a:p>
          <a:p>
            <a:pPr marL="457200" lvl="1" indent="0">
              <a:buNone/>
              <a:tabLst>
                <a:tab pos="2235200" algn="l"/>
                <a:tab pos="2511425" algn="l"/>
              </a:tabLst>
            </a:pPr>
            <a:r>
              <a:rPr lang="hu-HU" dirty="0"/>
              <a:t>	- az adott függvényben (rekurzió)</a:t>
            </a:r>
          </a:p>
          <a:p>
            <a:pPr marL="342900" lvl="1" indent="-342900">
              <a:spcBef>
                <a:spcPts val="1200"/>
              </a:spcBef>
              <a:spcAft>
                <a:spcPts val="1200"/>
              </a:spcAft>
              <a:buClr>
                <a:srgbClr val="ACCBF9"/>
              </a:buClr>
              <a:buFont typeface="Wingdings" pitchFamily="2" charset="2"/>
              <a:buChar char="p"/>
            </a:pPr>
            <a:endParaRPr lang="hu-HU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342900" lvl="1" indent="-342900">
              <a:spcBef>
                <a:spcPts val="1200"/>
              </a:spcBef>
              <a:spcAft>
                <a:spcPts val="1200"/>
              </a:spcAft>
              <a:buClr>
                <a:srgbClr val="ACCBF9"/>
              </a:buClr>
              <a:buFont typeface="Wingdings" pitchFamily="2" charset="2"/>
              <a:buChar char="p"/>
            </a:pPr>
            <a:r>
              <a:rPr lang="hu-HU" kern="1200" dirty="0">
                <a:solidFill>
                  <a:prstClr val="black"/>
                </a:solidFill>
                <a:ea typeface="+mn-ea"/>
                <a:cs typeface="+mn-cs"/>
              </a:rPr>
              <a:t>Függvényhívás megadása</a:t>
            </a:r>
            <a:r>
              <a:rPr lang="hu-HU" dirty="0">
                <a:solidFill>
                  <a:prstClr val="black"/>
                </a:solidFill>
              </a:rPr>
              <a:t> </a:t>
            </a:r>
            <a:endParaRPr lang="hu-HU" dirty="0"/>
          </a:p>
          <a:p>
            <a:pPr>
              <a:spcBef>
                <a:spcPts val="0"/>
              </a:spcBef>
              <a:buNone/>
            </a:pPr>
            <a:r>
              <a:rPr lang="hu-HU" sz="2400" b="1" i="1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Fv</a:t>
            </a:r>
            <a:r>
              <a:rPr lang="hu-HU" sz="2400" b="1" i="1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_azonosító</a:t>
            </a:r>
            <a:r>
              <a:rPr lang="hu-HU" sz="2400" b="1" i="1" dirty="0">
                <a:latin typeface="Courier New" pitchFamily="49" charset="0"/>
                <a:cs typeface="Courier New" pitchFamily="49" charset="0"/>
              </a:rPr>
              <a:t>(aktuális_paraméterlista);</a:t>
            </a:r>
          </a:p>
          <a:p>
            <a:pPr marL="457200" lvl="1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551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vert="horz" anchor="b" anchorCtr="0">
            <a:normAutofit fontScale="90000"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Példák függvényhívás megadására </a:t>
            </a:r>
            <a:br>
              <a:rPr lang="hu-HU" dirty="0"/>
            </a:br>
            <a:r>
              <a:rPr lang="hu-HU" dirty="0"/>
              <a:t>(a fenti deklarációk esetén):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 dirty="0">
                <a:solidFill>
                  <a:srgbClr val="575F6D"/>
                </a:solidFill>
                <a:latin typeface="Arial" charset="0"/>
              </a:rPr>
              <a:t>Programozás 2. </a:t>
            </a: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46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quarter" idx="1"/>
          </p:nvPr>
        </p:nvSpPr>
        <p:spPr>
          <a:xfrm>
            <a:off x="1775520" y="1673424"/>
            <a:ext cx="8892480" cy="45638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tabLst>
                <a:tab pos="711200" algn="l"/>
                <a:tab pos="3773488" algn="l"/>
              </a:tabLst>
            </a:pPr>
            <a:r>
              <a:rPr lang="hu-HU" sz="2400" dirty="0"/>
              <a:t>1.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x;</a:t>
            </a:r>
            <a:r>
              <a:rPr lang="hu-HU" sz="2400" dirty="0"/>
              <a:t>	//visszatérési érték n-be kerül,</a:t>
            </a:r>
            <a:br>
              <a:rPr lang="hu-HU" sz="2400" dirty="0"/>
            </a:br>
            <a:r>
              <a:rPr lang="hu-HU" sz="2400" dirty="0"/>
              <a:t>	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x=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(6.5,3.1);</a:t>
            </a:r>
            <a:r>
              <a:rPr lang="hu-HU" sz="2400" dirty="0"/>
              <a:t>	//konstans paraméterek</a:t>
            </a:r>
          </a:p>
          <a:p>
            <a:pPr>
              <a:spcBef>
                <a:spcPts val="0"/>
              </a:spcBef>
              <a:tabLst>
                <a:tab pos="711200" algn="l"/>
                <a:tab pos="3773488" algn="l"/>
              </a:tabLst>
            </a:pPr>
            <a:r>
              <a:rPr lang="hu-HU" sz="2400" dirty="0"/>
              <a:t>2.	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int n=5;</a:t>
            </a:r>
            <a:r>
              <a:rPr lang="hu-HU" sz="2400" dirty="0"/>
              <a:t>	//nincs visszatérési érték,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tabLst>
                <a:tab pos="711200" algn="l"/>
                <a:tab pos="3773488" algn="l"/>
              </a:tabLst>
            </a:pPr>
            <a:r>
              <a:rPr lang="hu-HU" sz="2400" dirty="0"/>
              <a:t>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Kiir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(n);</a:t>
            </a:r>
            <a:r>
              <a:rPr lang="hu-HU" sz="2400" dirty="0"/>
              <a:t>	//a </a:t>
            </a:r>
            <a:r>
              <a:rPr lang="hu-HU" sz="2400" dirty="0" err="1"/>
              <a:t>fv</a:t>
            </a:r>
            <a:r>
              <a:rPr lang="hu-HU" sz="2400" dirty="0"/>
              <a:t>. hívás egyben utasítás</a:t>
            </a:r>
          </a:p>
          <a:p>
            <a:pPr>
              <a:spcBef>
                <a:spcPts val="0"/>
              </a:spcBef>
              <a:tabLst>
                <a:tab pos="711200" algn="l"/>
                <a:tab pos="3773488" algn="l"/>
              </a:tabLst>
            </a:pPr>
            <a:r>
              <a:rPr lang="hu-HU" sz="2400" dirty="0"/>
              <a:t>3.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a; </a:t>
            </a:r>
            <a:r>
              <a:rPr lang="hu-HU" sz="2400" dirty="0"/>
              <a:t>	//</a:t>
            </a:r>
            <a:r>
              <a:rPr lang="hu-HU" sz="2400" dirty="0" err="1"/>
              <a:t>a</a:t>
            </a:r>
            <a:r>
              <a:rPr lang="hu-HU" sz="2400" dirty="0"/>
              <a:t> </a:t>
            </a:r>
            <a:r>
              <a:rPr lang="hu-HU" sz="2400" dirty="0" err="1"/>
              <a:t>fv</a:t>
            </a:r>
            <a:r>
              <a:rPr lang="hu-HU" sz="2400" dirty="0"/>
              <a:t>. hívás kifejezésben szerepel,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  <a:tabLst>
                <a:tab pos="711200" algn="l"/>
                <a:tab pos="3773488" algn="l"/>
              </a:tabLst>
            </a:pPr>
            <a:r>
              <a:rPr lang="hu-HU" sz="2400" dirty="0"/>
              <a:t>	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a=2*Beolvas()-6;</a:t>
            </a:r>
            <a:r>
              <a:rPr lang="hu-HU" sz="2400" dirty="0"/>
              <a:t>	//a visszatérési érték a-ba kerül</a:t>
            </a:r>
          </a:p>
          <a:p>
            <a:pPr>
              <a:spcBef>
                <a:spcPts val="0"/>
              </a:spcBef>
              <a:tabLst>
                <a:tab pos="711200" algn="l"/>
                <a:tab pos="3773488" algn="l"/>
              </a:tabLst>
            </a:pPr>
            <a:r>
              <a:rPr lang="hu-HU" sz="2400" dirty="0"/>
              <a:t>4.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 b=10;</a:t>
            </a:r>
            <a:r>
              <a:rPr lang="hu-HU" sz="2400" dirty="0"/>
              <a:t>	//a </a:t>
            </a:r>
            <a:r>
              <a:rPr lang="hu-HU" sz="2400" dirty="0" err="1"/>
              <a:t>fv</a:t>
            </a:r>
            <a:r>
              <a:rPr lang="hu-HU" sz="2400" dirty="0"/>
              <a:t>. hívás másik </a:t>
            </a:r>
            <a:r>
              <a:rPr lang="hu-HU" sz="2400" dirty="0" err="1"/>
              <a:t>fv</a:t>
            </a:r>
            <a:r>
              <a:rPr lang="hu-HU" sz="2400" dirty="0"/>
              <a:t>. </a:t>
            </a:r>
          </a:p>
          <a:p>
            <a:pPr marL="0" indent="0">
              <a:spcBef>
                <a:spcPts val="0"/>
              </a:spcBef>
              <a:buNone/>
              <a:tabLst>
                <a:tab pos="711200" algn="l"/>
                <a:tab pos="3773488" algn="l"/>
              </a:tabLst>
            </a:pP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hu-HU" sz="2400" dirty="0"/>
              <a:t>//paraméterlistájában szerepel</a:t>
            </a:r>
          </a:p>
          <a:p>
            <a:pPr marL="0" indent="0">
              <a:spcBef>
                <a:spcPts val="0"/>
              </a:spcBef>
              <a:buNone/>
              <a:tabLst>
                <a:tab pos="711200" algn="l"/>
                <a:tab pos="3773488" algn="l"/>
              </a:tabLst>
            </a:pPr>
            <a:r>
              <a:rPr lang="hu-HU" sz="2400" dirty="0"/>
              <a:t>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&lt;&lt;”Az eredmény: ”&lt;&lt;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(b/2,b*10+5);</a:t>
            </a:r>
          </a:p>
          <a:p>
            <a:pPr marL="0" indent="0">
              <a:spcBef>
                <a:spcPts val="0"/>
              </a:spcBef>
              <a:buNone/>
              <a:tabLst>
                <a:tab pos="711200" algn="l"/>
                <a:tab pos="3773488" algn="l"/>
              </a:tabLst>
            </a:pPr>
            <a:r>
              <a:rPr lang="hu-HU" sz="22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Kiir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hu-HU" sz="2200" b="1" dirty="0" err="1">
                <a:latin typeface="Courier New" pitchFamily="49" charset="0"/>
                <a:cs typeface="Courier New" pitchFamily="49" charset="0"/>
              </a:rPr>
              <a:t>Szamol</a:t>
            </a:r>
            <a:r>
              <a:rPr lang="hu-HU" sz="2200" b="1" dirty="0">
                <a:latin typeface="Courier New" pitchFamily="49" charset="0"/>
                <a:cs typeface="Courier New" pitchFamily="49" charset="0"/>
              </a:rPr>
              <a:t>(2,b));</a:t>
            </a:r>
          </a:p>
          <a:p>
            <a:pPr marL="0" indent="0">
              <a:spcBef>
                <a:spcPts val="0"/>
              </a:spcBef>
              <a:buNone/>
              <a:tabLst>
                <a:tab pos="711200" algn="l"/>
                <a:tab pos="3773488" algn="l"/>
              </a:tabLst>
            </a:pPr>
            <a:endParaRPr lang="hu-HU" sz="22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EC08F1F7-1F90-F5FC-FE84-A49C5DD3A56E}"/>
              </a:ext>
            </a:extLst>
          </p:cNvPr>
          <p:cNvSpPr txBox="1"/>
          <p:nvPr/>
        </p:nvSpPr>
        <p:spPr>
          <a:xfrm>
            <a:off x="6756691" y="21589"/>
            <a:ext cx="52967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double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Szamol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double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,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double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Kiir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(int);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6000"/>
              <a:buFont typeface="Wingdings" panose="05000000000000000000" pitchFamily="2" charset="2"/>
              <a:buChar char="§"/>
              <a:tabLst/>
              <a:defRPr/>
            </a:pP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double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Beolvas(</a:t>
            </a:r>
            <a:r>
              <a:rPr kumimoji="0" lang="hu-HU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void</a:t>
            </a:r>
            <a:r>
              <a:rPr kumimoji="0" lang="hu-HU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);</a:t>
            </a:r>
            <a:endParaRPr lang="hu-HU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46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9D35F-6BB6-B4B1-E53D-B1759A9F6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9B3F4295-1AB4-2531-57E2-C7CFBD48E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" y="795555"/>
            <a:ext cx="12003828" cy="5885799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fr-FR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double</a:t>
            </a:r>
            <a:r>
              <a:rPr lang="fr-FR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faktorialis (</a:t>
            </a:r>
            <a:r>
              <a:rPr lang="fr-FR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int</a:t>
            </a:r>
            <a:r>
              <a:rPr lang="fr-FR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);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fr-FR" sz="2000" dirty="0">
                <a:solidFill>
                  <a:srgbClr val="008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//double típusú visszatérés </a:t>
            </a:r>
            <a:endParaRPr lang="fr-FR" sz="2000" dirty="0">
              <a:solidFill>
                <a:srgbClr val="000000"/>
              </a:solidFill>
              <a:highlight>
                <a:srgbClr val="FFFFFF"/>
              </a:highlight>
              <a:latin typeface="Calibri" panose="020F0502020204030204" pitchFamily="34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fr-FR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cout&lt;&lt;</a:t>
            </a:r>
            <a:r>
              <a:rPr lang="fr-FR" sz="2000" dirty="0">
                <a:solidFill>
                  <a:srgbClr val="A31515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"Adja meg a szamot: "</a:t>
            </a:r>
            <a:r>
              <a:rPr lang="fr-FR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cin&gt;&gt;a;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cout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&lt;&lt;a&lt;&lt;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" != "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&lt;&lt;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faktorialis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(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a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)&lt;&lt;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endl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return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0; 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double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faktorialis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(</a:t>
            </a: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</a:t>
            </a:r>
            <a:r>
              <a:rPr lang="hu-HU" sz="2000" dirty="0">
                <a:solidFill>
                  <a:srgbClr val="80808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)	</a:t>
            </a:r>
            <a:r>
              <a:rPr lang="hu-HU" sz="2000" dirty="0">
                <a:solidFill>
                  <a:srgbClr val="008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// a főfüggvényben bekért szám értékét kapja meg a függvény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highlight>
                  <a:srgbClr val="FFFFFF"/>
                </a:highlight>
                <a:latin typeface="Calibri" panose="020F0502020204030204" pitchFamily="34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double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f=1;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for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(</a:t>
            </a: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i=1;i&lt;=</a:t>
            </a:r>
            <a:r>
              <a:rPr lang="hu-HU" sz="2000" dirty="0">
                <a:solidFill>
                  <a:srgbClr val="80808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;i++)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	f*=i;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	</a:t>
            </a: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return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 f;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alibri" panose="020F0502020204030204" pitchFamily="34" charset="0"/>
              </a:rPr>
              <a:t>}</a:t>
            </a:r>
            <a:endParaRPr lang="hu-HU" sz="2000" dirty="0">
              <a:latin typeface="Calibri" panose="020F0502020204030204" pitchFamily="34" charset="0"/>
            </a:endParaRPr>
          </a:p>
        </p:txBody>
      </p:sp>
      <p:sp>
        <p:nvSpPr>
          <p:cNvPr id="4" name="Cím 1">
            <a:extLst>
              <a:ext uri="{FF2B5EF4-FFF2-40B4-BE49-F238E27FC236}">
                <a16:creationId xmlns:a16="http://schemas.microsoft.com/office/drawing/2014/main" id="{62FB82CD-CA29-A279-7487-B2E863BC4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21" y="0"/>
            <a:ext cx="12121460" cy="735313"/>
          </a:xfrm>
        </p:spPr>
        <p:txBody>
          <a:bodyPr>
            <a:normAutofit/>
          </a:bodyPr>
          <a:lstStyle/>
          <a:p>
            <a:r>
              <a:rPr lang="hu-HU" sz="4000" b="0" dirty="0"/>
              <a:t>Függvények – </a:t>
            </a:r>
            <a:r>
              <a:rPr lang="hu-HU" sz="4000" i="1" dirty="0">
                <a:solidFill>
                  <a:srgbClr val="C00000"/>
                </a:solidFill>
              </a:rPr>
              <a:t>érték szerinti paraméter átadás</a:t>
            </a:r>
          </a:p>
        </p:txBody>
      </p:sp>
    </p:spTree>
    <p:extLst>
      <p:ext uri="{BB962C8B-B14F-4D97-AF65-F5344CB8AC3E}">
        <p14:creationId xmlns:p14="http://schemas.microsoft.com/office/powerpoint/2010/main" val="30918379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52612-AB92-EC90-361C-B8BD1DCC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EF1F09-6462-22E4-74C1-D5BA1E622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7" y="18255"/>
            <a:ext cx="11707026" cy="802141"/>
          </a:xfrm>
        </p:spPr>
        <p:txBody>
          <a:bodyPr>
            <a:normAutofit/>
          </a:bodyPr>
          <a:lstStyle/>
          <a:p>
            <a:r>
              <a:rPr lang="hu-HU" sz="4000" dirty="0" err="1"/>
              <a:t>void</a:t>
            </a:r>
            <a:r>
              <a:rPr lang="hu-HU" sz="4000" dirty="0"/>
              <a:t>-dal visszatérő függvények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C367992-BD6D-A5C9-40DB-A3D5A4189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37" y="734937"/>
            <a:ext cx="11882926" cy="626406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iostream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#include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&lt;</a:t>
            </a:r>
            <a:r>
              <a:rPr lang="hu-HU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string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&gt;</a:t>
            </a:r>
            <a:endParaRPr lang="hu-H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using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namespace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std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kiir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szo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hu-H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db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	</a:t>
            </a:r>
            <a:r>
              <a:rPr lang="hu-HU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"Adja meg a nevet"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getline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(cin,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int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hanyszor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hu-HU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Hanyszor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irjuk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ki a </a:t>
            </a:r>
            <a:r>
              <a:rPr lang="hu-HU" sz="18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kepernyore</a:t>
            </a:r>
            <a:r>
              <a:rPr lang="hu-H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?"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cin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hanyszor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kiir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nev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hanyszor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hu-HU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kiir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hu-HU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string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szo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hu-H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db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</a:t>
            </a:r>
            <a:r>
              <a:rPr lang="nn-NO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db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i++)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{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	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szo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	}</a:t>
            </a:r>
          </a:p>
          <a:p>
            <a:pPr marL="0" indent="0">
              <a:spcBef>
                <a:spcPts val="0"/>
              </a:spcBef>
              <a:buNone/>
            </a:pPr>
            <a:r>
              <a:rPr lang="hu-H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7FB4331-3F73-6BBF-2DA0-EBFBC222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B101A8-4E4C-43D7-BBA0-64F81C4A5ECF}" type="slidenum">
              <a:rPr kumimoji="0" lang="hu-H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hu-H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45685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>
          <a:xfrm>
            <a:off x="1891826" y="50095"/>
            <a:ext cx="8229600" cy="972136"/>
          </a:xfrm>
        </p:spPr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Érték szerinti paraméterátadás tulajdonsága</a:t>
            </a:r>
          </a:p>
        </p:txBody>
      </p:sp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49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09193" y="1196752"/>
            <a:ext cx="8229600" cy="432048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Szamol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	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+= 10;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	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i = 5;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sv-S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 &lt;&lt; </a:t>
            </a:r>
            <a:r>
              <a:rPr lang="sv-SE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"fv. hivas elott: i="</a:t>
            </a:r>
            <a:r>
              <a:rPr lang="sv-S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i &lt;&lt; endl;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Szamol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(i);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fv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. 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hivas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utan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:  i="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pause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cs-CZ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4861" y="5306394"/>
            <a:ext cx="4630124" cy="150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3810" y="5293214"/>
            <a:ext cx="4874088" cy="1533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72205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ím 7"/>
          <p:cNvSpPr>
            <a:spLocks noGrp="1"/>
          </p:cNvSpPr>
          <p:nvPr>
            <p:ph type="title"/>
          </p:nvPr>
        </p:nvSpPr>
        <p:spPr>
          <a:xfrm>
            <a:off x="1891826" y="50095"/>
            <a:ext cx="8229600" cy="972136"/>
          </a:xfrm>
        </p:spPr>
        <p:txBody>
          <a:bodyPr vert="horz" anchor="b" anchorCtr="0">
            <a:normAutofit/>
          </a:bodyPr>
          <a:lstStyle/>
          <a:p>
            <a:pPr marL="274320" indent="-274320">
              <a:buClr>
                <a:schemeClr val="accent1"/>
              </a:buClr>
              <a:buSzPct val="76000"/>
              <a:buFont typeface="Wingdings 3"/>
            </a:pPr>
            <a:r>
              <a:rPr lang="hu-HU" dirty="0"/>
              <a:t>Érték szerinti paraméterátadás tulajdonsága</a:t>
            </a:r>
          </a:p>
        </p:txBody>
      </p:sp>
      <p:sp>
        <p:nvSpPr>
          <p:cNvPr id="6" name="Dátum hely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r>
              <a:rPr lang="hu-HU">
                <a:solidFill>
                  <a:srgbClr val="575F6D"/>
                </a:solidFill>
                <a:latin typeface="Arial" charset="0"/>
              </a:rPr>
              <a:t>Programozás 2.</a:t>
            </a:r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67E590-30EE-4C3C-9446-9D251A73FC07}" type="slidenum">
              <a:rPr lang="hu-HU">
                <a:solidFill>
                  <a:srgbClr val="575F6D"/>
                </a:solidFill>
                <a:latin typeface="Arial" charset="0"/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50</a:t>
            </a:fld>
            <a:endParaRPr lang="hu-HU" dirty="0">
              <a:solidFill>
                <a:srgbClr val="575F6D"/>
              </a:solidFill>
              <a:latin typeface="Arial" charset="0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909193" y="1196752"/>
            <a:ext cx="8229600" cy="432048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Szamol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808080"/>
                </a:solidFill>
                <a:highlight>
                  <a:srgbClr val="FFFFFF"/>
                </a:highlight>
                <a:latin typeface="Consolas"/>
              </a:rPr>
              <a:t>	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+= 10;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main()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	int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i;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i = 5;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sv-S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 &lt;&lt; </a:t>
            </a:r>
            <a:r>
              <a:rPr lang="sv-SE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"fv. hivas elott: i="</a:t>
            </a:r>
            <a:r>
              <a:rPr lang="sv-SE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i &lt;&lt; endl;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Szamol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(i);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cout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fv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. 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hivas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utan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:  i="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&lt;&lt; 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endl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hu-HU" sz="2000" dirty="0" err="1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pause</a:t>
            </a:r>
            <a:r>
              <a:rPr lang="hu-HU" sz="2000" dirty="0">
                <a:solidFill>
                  <a:srgbClr val="A31515"/>
                </a:solidFill>
                <a:highlight>
                  <a:srgbClr val="FFFFFF"/>
                </a:highlight>
                <a:latin typeface="Consolas"/>
              </a:rPr>
              <a:t>"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	</a:t>
            </a:r>
            <a:r>
              <a:rPr lang="hu-HU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return</a:t>
            </a: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0;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hu-HU" sz="20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cs-CZ" b="1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94861" y="5306394"/>
            <a:ext cx="4630124" cy="1507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9051" y="5306398"/>
            <a:ext cx="4874088" cy="15334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04663" y="5479730"/>
            <a:ext cx="4689147" cy="1521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62921" y="5413915"/>
            <a:ext cx="4622409" cy="1529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295800" y="1628800"/>
            <a:ext cx="6330212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3098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8AB6-604A-8274-C128-1AF4E1D58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Dia számának helye 5">
            <a:extLst>
              <a:ext uri="{FF2B5EF4-FFF2-40B4-BE49-F238E27FC236}">
                <a16:creationId xmlns:a16="http://schemas.microsoft.com/office/drawing/2014/main" id="{5E9A4697-4B41-740E-3E3A-F9A39E60B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9E4368-E566-4755-92DD-2687AE4DAE27}" type="slidenum">
              <a:rPr kumimoji="0" lang="hu-HU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hu-HU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94F8735-5D53-02C5-F4DD-5842D051C6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u-HU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Függvények összefoglalás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7CF81F1E-C2A1-D926-5874-DACD35C51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0774" y="1931349"/>
            <a:ext cx="9656747" cy="386302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programok összetettebbé vállnak, kezelhetőbb részekre, függvényekre bontjuk, könnyebb izolálni a hibát  és javítani</a:t>
            </a:r>
          </a:p>
          <a:p>
            <a:pPr eaLnBrk="1" hangingPunct="1"/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Egyedi nevük van</a:t>
            </a:r>
          </a:p>
          <a:p>
            <a:pPr eaLnBrk="1" hangingPunct="1"/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értéket adnak vissza a hívónak a függvény neve előtt meg kell adni a visszatérési típusát, ha nem ad vissza értéket, </a:t>
            </a:r>
            <a:r>
              <a:rPr lang="hu-HU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kulcsszót kell használni</a:t>
            </a:r>
          </a:p>
          <a:p>
            <a:pPr eaLnBrk="1" hangingPunct="1"/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programok paraméterek segítségével információt adnak a függvénynek. Ha nem kap paramétert </a:t>
            </a:r>
            <a:r>
              <a:rPr lang="hu-HU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szót kell a zárójelbe tenni vagy nem kell semmit beírni.</a:t>
            </a:r>
          </a:p>
          <a:p>
            <a:pPr eaLnBrk="1" hangingPunct="1"/>
            <a:r>
              <a:rPr lang="hu-H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 függvénydefiníció követi a függvény használatát, egy prototípust (deklarációt) kell elhelyezni a forrás file elején.</a:t>
            </a:r>
          </a:p>
          <a:p>
            <a:pPr eaLnBrk="1" hangingPunct="1"/>
            <a:endParaRPr lang="hu-HU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2693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AAB74-A0B3-5B24-A097-67F17C91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25B197-887A-1E9E-1A07-4F5608CEC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Függvények kérdések, feladatok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9FE3072-21A4-5DF0-7CE5-246F4D8E6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84784"/>
            <a:ext cx="10972799" cy="4824536"/>
          </a:xfrm>
        </p:spPr>
        <p:txBody>
          <a:bodyPr>
            <a:normAutofit lnSpcReduction="10000"/>
          </a:bodyPr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7200" algn="l"/>
                <a:tab pos="800100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Mi a különbség a függvény deklarációja és definíciója között?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A C/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C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++ nyelvben lehet-e egy függvényen belül másik függvényt definiálni ill. deklarálni?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A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Terulet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függvény két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unsigned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int értéket vesz át paraméterként, visszatérési értéke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double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típusú. </a:t>
            </a:r>
            <a:br>
              <a:rPr lang="hu-HU" sz="2400" dirty="0">
                <a:solidFill>
                  <a:srgbClr val="000000"/>
                </a:solidFill>
                <a:ea typeface="Times New Roman"/>
              </a:rPr>
            </a:br>
            <a:r>
              <a:rPr lang="hu-HU" sz="2400" dirty="0">
                <a:solidFill>
                  <a:srgbClr val="000000"/>
                </a:solidFill>
                <a:ea typeface="Times New Roman"/>
              </a:rPr>
              <a:t>Adja meg a függvény definíciójának fejrészét!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A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Kerulet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függvény egy int értéket és egy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double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értéket vesz át paraméterként, visszatérési értéke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double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típusú. Adja meg a függvény deklarációját!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Az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Atlag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függvény egy 20 elemű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double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típusú tömböt vesz át paraméterként, visszatérési értéke </a:t>
            </a:r>
            <a:r>
              <a:rPr lang="hu-HU" sz="2400" dirty="0" err="1">
                <a:solidFill>
                  <a:srgbClr val="000000"/>
                </a:solidFill>
                <a:ea typeface="Times New Roman"/>
              </a:rPr>
              <a:t>double</a:t>
            </a:r>
            <a:r>
              <a:rPr lang="hu-HU" sz="2400" dirty="0">
                <a:solidFill>
                  <a:srgbClr val="000000"/>
                </a:solidFill>
                <a:ea typeface="Times New Roman"/>
              </a:rPr>
              <a:t> típusú. Adja meg a függvény deklarációját!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Írjon függvényt, amely átveszi a henger alapkörének sugarát, és a henger magasságát, és visszaadja </a:t>
            </a:r>
          </a:p>
          <a:p>
            <a:pPr marL="1257300" lvl="2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a henger térfogatát</a:t>
            </a:r>
          </a:p>
          <a:p>
            <a:pPr marL="1257300" lvl="2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r>
              <a:rPr lang="hu-HU" sz="2400" dirty="0">
                <a:solidFill>
                  <a:srgbClr val="000000"/>
                </a:solidFill>
                <a:ea typeface="Times New Roman"/>
              </a:rPr>
              <a:t>a henger felszínét.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  <a:tabLst>
                <a:tab pos="450215" algn="l"/>
                <a:tab pos="3108960" algn="ctr"/>
                <a:tab pos="5989320" algn="r"/>
              </a:tabLst>
            </a:pPr>
            <a:endParaRPr lang="hu-HU" sz="2400" dirty="0">
              <a:solidFill>
                <a:srgbClr val="000000"/>
              </a:solidFill>
              <a:ea typeface="Times New Roman"/>
            </a:endParaRPr>
          </a:p>
          <a:p>
            <a:pPr marL="0" indent="0">
              <a:spcBef>
                <a:spcPts val="0"/>
              </a:spcBef>
              <a:buNone/>
            </a:pPr>
            <a:endParaRPr lang="hu-HU" sz="2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E6C8BFB-41D5-D092-964F-A3BD10B3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400" b="0" i="0" u="none" strike="noStrike" kern="1200" cap="none" spc="0" normalizeH="0" baseline="0" noProof="0">
                <a:ln>
                  <a:noFill/>
                </a:ln>
                <a:solidFill>
                  <a:srgbClr val="575F6D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Programozás I. járműmérnöki szak</a:t>
            </a:r>
            <a:endParaRPr kumimoji="0" lang="hu-HU" sz="1400" b="0" i="0" u="none" strike="noStrike" kern="1200" cap="none" spc="0" normalizeH="0" baseline="0" noProof="0" dirty="0">
              <a:ln>
                <a:noFill/>
              </a:ln>
              <a:solidFill>
                <a:srgbClr val="575F6D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A70EDB25-24D6-1E9B-5B1E-6621C5E7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7E590-30EE-4C3C-9446-9D251A73FC07}" type="slidenum">
              <a:rPr kumimoji="0" lang="hu-HU" sz="1400" b="0" i="0" u="none" strike="noStrike" kern="1200" cap="none" spc="0" normalizeH="0" baseline="0" noProof="0" smtClean="0">
                <a:ln>
                  <a:noFill/>
                </a:ln>
                <a:solidFill>
                  <a:srgbClr val="575F6D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hu-HU" sz="1400" b="0" i="0" u="none" strike="noStrike" kern="1200" cap="none" spc="0" normalizeH="0" baseline="0" noProof="0" dirty="0">
              <a:ln>
                <a:noFill/>
              </a:ln>
              <a:solidFill>
                <a:srgbClr val="575F6D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931897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1_NarancssárgaProg1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3_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rigó">
  <a:themeElements>
    <a:clrScheme name="Loggi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gó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oggia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4D17738A1EEF468D76C134B2D21D22" ma:contentTypeVersion="3" ma:contentTypeDescription="Create a new document." ma:contentTypeScope="" ma:versionID="3249e3db54cecd4450658ce5e1b0480a">
  <xsd:schema xmlns:xsd="http://www.w3.org/2001/XMLSchema" xmlns:xs="http://www.w3.org/2001/XMLSchema" xmlns:p="http://schemas.microsoft.com/office/2006/metadata/properties" xmlns:ns2="fb3091f4-25b4-44a0-b83c-ab6d971019c7" targetNamespace="http://schemas.microsoft.com/office/2006/metadata/properties" ma:root="true" ma:fieldsID="11c13f9847ab482a39caec720fb34457" ns2:_="">
    <xsd:import namespace="fb3091f4-25b4-44a0-b83c-ab6d97101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091f4-25b4-44a0-b83c-ab6d971019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EB12C4-3FE7-4C9F-BBC4-244B8B886738}"/>
</file>

<file path=customXml/itemProps2.xml><?xml version="1.0" encoding="utf-8"?>
<ds:datastoreItem xmlns:ds="http://schemas.openxmlformats.org/officeDocument/2006/customXml" ds:itemID="{40332E20-9A48-4402-8694-B87D478ABD35}"/>
</file>

<file path=customXml/itemProps3.xml><?xml version="1.0" encoding="utf-8"?>
<ds:datastoreItem xmlns:ds="http://schemas.openxmlformats.org/officeDocument/2006/customXml" ds:itemID="{DE0FBA5F-3645-466D-8114-112357DE9CB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1633</TotalTime>
  <Words>4500</Words>
  <Application>Microsoft Office PowerPoint</Application>
  <PresentationFormat>Szélesvásznú</PresentationFormat>
  <Paragraphs>677</Paragraphs>
  <Slides>52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11</vt:i4>
      </vt:variant>
      <vt:variant>
        <vt:lpstr>Téma</vt:lpstr>
      </vt:variant>
      <vt:variant>
        <vt:i4>3</vt:i4>
      </vt:variant>
      <vt:variant>
        <vt:lpstr>Diacímek</vt:lpstr>
      </vt:variant>
      <vt:variant>
        <vt:i4>52</vt:i4>
      </vt:variant>
    </vt:vector>
  </HeadingPairs>
  <TitlesOfParts>
    <vt:vector size="66" baseType="lpstr">
      <vt:lpstr>Arial</vt:lpstr>
      <vt:lpstr>Calibri</vt:lpstr>
      <vt:lpstr>Calibri Light</vt:lpstr>
      <vt:lpstr>Cambria</vt:lpstr>
      <vt:lpstr>Cascadia Mono</vt:lpstr>
      <vt:lpstr>Century Gothic Paneuropean Thin</vt:lpstr>
      <vt:lpstr>Consolas</vt:lpstr>
      <vt:lpstr>Courier New</vt:lpstr>
      <vt:lpstr>Times New Roman</vt:lpstr>
      <vt:lpstr>Wingdings</vt:lpstr>
      <vt:lpstr>Wingdings 3</vt:lpstr>
      <vt:lpstr>1_NarancssárgaProg1</vt:lpstr>
      <vt:lpstr>3_Office-téma</vt:lpstr>
      <vt:lpstr>Origó</vt:lpstr>
      <vt:lpstr>Programozás I.</vt:lpstr>
      <vt:lpstr>A gyakorlat tartalma </vt:lpstr>
      <vt:lpstr>A mutató típus és referencia típus használata a C++-ban</vt:lpstr>
      <vt:lpstr>Mutató típus vs. referencia típus</vt:lpstr>
      <vt:lpstr>Mutató (pointer)</vt:lpstr>
      <vt:lpstr>A mutató típus deklarálása. A mutató típus feladata és használata a C++-ban</vt:lpstr>
      <vt:lpstr>* operátor - indirekció használata</vt:lpstr>
      <vt:lpstr>&amp; operátor – címoperátor</vt:lpstr>
      <vt:lpstr>Címoperátor: &amp;</vt:lpstr>
      <vt:lpstr>Mutató példa</vt:lpstr>
      <vt:lpstr>További példa</vt:lpstr>
      <vt:lpstr>Mutatók érdekes tulajdonsága</vt:lpstr>
      <vt:lpstr>Referencia (hivatkozási) típusú változó</vt:lpstr>
      <vt:lpstr>Különböző típusú változók használata</vt:lpstr>
      <vt:lpstr>PowerPoint-bemutató</vt:lpstr>
      <vt:lpstr>Tömbök és mutatók közötti összefüggések</vt:lpstr>
      <vt:lpstr>Mutatók és tömbök kapcsolata </vt:lpstr>
      <vt:lpstr>PowerPoint-bemutató</vt:lpstr>
      <vt:lpstr>Példák: vektor1-2.cpp</vt:lpstr>
      <vt:lpstr>Példák: vektor1-2.cpp</vt:lpstr>
      <vt:lpstr>Dinamikus memóriakezelés a C++ programozási nyelvben. </vt:lpstr>
      <vt:lpstr>Dinamikus tárkezelés</vt:lpstr>
      <vt:lpstr>PowerPoint-bemutató</vt:lpstr>
      <vt:lpstr>A new és a delete operátorok</vt:lpstr>
      <vt:lpstr>PowerPoint-bemutató</vt:lpstr>
      <vt:lpstr>Dinamikus tömbök fogalma és használata C++-ban </vt:lpstr>
      <vt:lpstr>PowerPoint-bemutató</vt:lpstr>
      <vt:lpstr>Egyszerű példa</vt:lpstr>
      <vt:lpstr>Dinamikus tömbök használata Példa: vektor3.cpp</vt:lpstr>
      <vt:lpstr>PowerPoint-bemutató</vt:lpstr>
      <vt:lpstr>vektor4.cpp</vt:lpstr>
      <vt:lpstr>PowerPoint-bemutató</vt:lpstr>
      <vt:lpstr>A dinamikus memóriakezelés problémái</vt:lpstr>
      <vt:lpstr>PowerPoint-bemutató</vt:lpstr>
      <vt:lpstr>A standard könyvtár vector&lt;&gt; osztályának használata  Példa: vektor5.cpp (vektor6.cpp)</vt:lpstr>
      <vt:lpstr>Függvények a C++ programozási nyelvben. </vt:lpstr>
      <vt:lpstr>Függvények </vt:lpstr>
      <vt:lpstr>Függvények</vt:lpstr>
      <vt:lpstr>Mi az a függvény (nem matek, programozás!)</vt:lpstr>
      <vt:lpstr>Függvények példa (felülről lefelé)</vt:lpstr>
      <vt:lpstr>Függvények deklarálása, definiálása és aktiválása </vt:lpstr>
      <vt:lpstr>Példák függvénydeklaráció megadására:</vt:lpstr>
      <vt:lpstr>Függvénydefiníció</vt:lpstr>
      <vt:lpstr>Példák függvénydefiníció megadására:</vt:lpstr>
      <vt:lpstr>Függvény aktiválás (fv. hívás, fv. hivatkozás)</vt:lpstr>
      <vt:lpstr>Példák függvényhívás megadására  (a fenti deklarációk esetén):</vt:lpstr>
      <vt:lpstr>Függvények – érték szerinti paraméter átadás</vt:lpstr>
      <vt:lpstr>void-dal visszatérő függvények</vt:lpstr>
      <vt:lpstr>Érték szerinti paraméterátadás tulajdonsága</vt:lpstr>
      <vt:lpstr>Érték szerinti paraméterátadás tulajdonsága</vt:lpstr>
      <vt:lpstr>Függvények összefoglalás</vt:lpstr>
      <vt:lpstr>Függvények kérdések, feladatok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Bevezetés a programozásba</dc:title>
  <dc:creator>Gurka Dezsőné Csizmás Edit</dc:creator>
  <cp:lastModifiedBy>Gurka Dezsőné Dr. Csizmás Edit</cp:lastModifiedBy>
  <cp:revision>145</cp:revision>
  <cp:lastPrinted>2020-08-12T10:08:28Z</cp:lastPrinted>
  <dcterms:created xsi:type="dcterms:W3CDTF">2018-05-29T02:30:57Z</dcterms:created>
  <dcterms:modified xsi:type="dcterms:W3CDTF">2026-10-25T12:58:58Z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0x010100834D17738A1EEF468D76C134B2D21D22</vt:lpwstr>
  </property>
</Properties>
</file>